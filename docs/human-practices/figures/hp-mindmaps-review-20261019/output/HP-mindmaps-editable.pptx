
<file path=[Content_Types].xml><?xml version="1.0" encoding="utf-8"?>
<Types xmlns="http://schemas.openxmlformats.org/package/2006/content-types">
  <Default Extension="xml" ContentType="application/vnd.openxmlformats-package.core-properties+xml"/>
  <Default Extension="rels" ContentType="application/vnd.openxmlformats-package.relationships+xml"/>
  <Override PartName="/docProps/app.xml" ContentType="application/vnd.openxmlformats-officedocument.extended-properties+xml"/>
  <Override PartName="/ppt/presentation.xml" ContentType="application/vnd.openxmlformats-officedocument.presentationml.presentation.main+xml"/>
  <Override PartName="/ppt/theme/theme1.xml" ContentType="application/vnd.openxmlformats-officedocument.theme+xml"/>
  <Override PartName="/ppt/slideMasters/slideMaster1.xml" ContentType="application/vnd.openxmlformats-officedocument.presentationml.slideMaster+xml"/>
  <Override PartName="/ppt/slideMasters/theme/theme2.xml" ContentType="application/vnd.openxmlformats-officedocument.theme+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notesMasters/notesMaster1.xml" ContentType="application/vnd.openxmlformats-officedocument.presentationml.notesMaster+xml"/>
  <Override PartName="/ppt/notesMasters/theme/theme3.xml" ContentType="application/vnd.openxmlformats-officedocument.theme+xml"/>
  <Override PartName="/ppt/presProps.xml" ContentType="application/vnd.openxmlformats-officedocument.presentationml.presProps+xml"/>
  <Override PartName="/ppt/tableStyles.xml" ContentType="application/vnd.openxmlformats-officedocument.presentationml.tableStyles+xml"/>
  <Override PartName="/ppt/slides/slide1.xml" ContentType="application/vnd.openxmlformats-officedocument.presentationml.slide+xml"/>
  <Override PartName="/ppt/notesSlides/notesSlide1.xml" ContentType="application/vnd.openxmlformats-officedocument.presentationml.notesSlide+xml"/>
  <Override PartName="/ppt/slides/slide2.xml" ContentType="application/vnd.openxmlformats-officedocument.presentationml.slide+xml"/>
  <Override PartName="/ppt/notesSlides/notesSlide2.xml" ContentType="application/vnd.openxmlformats-officedocument.presentationml.notesSlide+xml"/>
</Types>
</file>

<file path=_rels/.rels>&#65279;<?xml version="1.0" encoding="utf-8"?><Relationships xmlns="http://schemas.openxmlformats.org/package/2006/relationships"><Relationship Type="http://schemas.openxmlformats.org/package/2006/relationships/metadata/core-properties" Target="/docProps/core.xml" Id="Ra2713ceb66014ee7" /><Relationship Type="http://schemas.openxmlformats.org/officeDocument/2006/relationships/extended-properties" Target="/docProps/app.xml" Id="R9afde8a4d7fd4fba" /><Relationship Type="http://schemas.openxmlformats.org/officeDocument/2006/relationships/officeDocument" Target="/ppt/presentation.xml" Id="R0d58d7553255468c" /></Relationships>
</file>

<file path=ppt/presentation.xml><?xml version="1.0" encoding="utf-8"?>
<p:presentation xmlns:p="http://schemas.openxmlformats.org/presentationml/2006/main">
  <p:sldMasterIdLst>
    <p:sldMasterId xmlns:r="http://schemas.openxmlformats.org/officeDocument/2006/relationships" id="2147483648" r:id="Rc172a0510f384204"/>
  </p:sldMasterIdLst>
  <p:notesMasterIdLst>
    <p:notesMasterId xmlns:r="http://schemas.openxmlformats.org/officeDocument/2006/relationships" r:id="R51e1c2c99098434b"/>
  </p:notesMasterIdLst>
  <p:sldIdLst>
    <p:sldId xmlns:r="http://schemas.openxmlformats.org/officeDocument/2006/relationships" id="256" r:id="R6be063392e0a4325"/>
    <p:sldId xmlns:r="http://schemas.openxmlformats.org/officeDocument/2006/relationships" id="257" r:id="Rab7cb24c4c244a49"/>
  </p:sldIdLst>
  <p:sldSz cx="12192000" cy="6858000"/>
  <p:notesSz cx="6858000" cy="9144000"/>
</p:presentation>
</file>

<file path=ppt/presProps.xml><?xml version="1.0" encoding="utf-8"?>
<p:presentationPr xmlns:p="http://schemas.openxmlformats.org/presentationml/2006/main">
  <p:extLst>
    <p:ext xmlns:p14="http://schemas.microsoft.com/office/powerpoint/2010/main" uri="{E76CE94A-603C-4142-B9EB-6D1370010A27}">
      <p14:discardImageEditData val="0"/>
    </p:ext>
    <p:ext xmlns:p14="http://schemas.microsoft.com/office/powerpoint/2010/main" uri="{D31A062A-798A-4329-ABDD-BBA856620510}">
      <p14:defaultImageDpi val="32767"/>
    </p:ext>
    <p:ext xmlns:p15="http://schemas.microsoft.com/office/powerpoint/2012/main" uri="{FD5EFAAD-0ECE-453E-9831-46B23BE46B34}">
      <p15:chartTrackingRefBased val="1"/>
    </p:ext>
  </p:extLst>
</p:presentationPr>
</file>

<file path=ppt/tableStyles.xml><?xml version="1.0" encoding="utf-8"?>
<a:tblStyleLst xmlns:a="http://schemas.openxmlformats.org/drawingml/2006/main" def="{5C22544A-7EE6-4342-B048-85BDC9FD1C3A}"/>
</file>

<file path=ppt/_rels/presentation.xml.rels>&#65279;<?xml version="1.0" encoding="utf-8"?><Relationships xmlns="http://schemas.openxmlformats.org/package/2006/relationships"><Relationship Type="http://schemas.openxmlformats.org/officeDocument/2006/relationships/theme" Target="/ppt/theme/theme1.xml" Id="R49d4031ef88d4654" /><Relationship Type="http://schemas.openxmlformats.org/officeDocument/2006/relationships/slideMaster" Target="/ppt/slideMasters/slideMaster1.xml" Id="Rc172a0510f384204" /><Relationship Type="http://schemas.openxmlformats.org/officeDocument/2006/relationships/notesMaster" Target="/ppt/notesMasters/notesMaster1.xml" Id="R51e1c2c99098434b" /><Relationship Type="http://schemas.openxmlformats.org/officeDocument/2006/relationships/presProps" Target="/ppt/presProps.xml" Id="R3b443ec56a1741b1" /><Relationship Type="http://schemas.openxmlformats.org/officeDocument/2006/relationships/tableStyles" Target="/ppt/tableStyles.xml" Id="R5504fc91b1d44d63" /><Relationship Type="http://schemas.openxmlformats.org/officeDocument/2006/relationships/slide" Target="/ppt/slides/slide1.xml" Id="R6be063392e0a4325" /><Relationship Type="http://schemas.openxmlformats.org/officeDocument/2006/relationships/slide" Target="/ppt/slides/slide2.xml" Id="Rab7cb24c4c244a49" /></Relationships>
</file>

<file path=ppt/notesMasters/_rels/notesMaster1.xml.rels>&#65279;<?xml version="1.0" encoding="utf-8"?><Relationships xmlns="http://schemas.openxmlformats.org/package/2006/relationships"><Relationship Type="http://schemas.openxmlformats.org/officeDocument/2006/relationships/theme" Target="/ppt/notesMasters/theme/theme3.xml" Id="R692d27b9b6c34e16" /></Relationships>
</file>

<file path=ppt/notesMasters/notesMaster1.xml><?xml version="1.0" encoding="utf-8"?>
<p:notesMaster xmlns:p="http://schemas.openxmlformats.org/presentationml/2006/main">
  <p:cSld>
    <p:bg>
      <p:bgRef idx="1001">
        <a:schemeClr xmlns:a="http://schemas.openxmlformats.org/drawingml/2006/main" val="bg1"/>
      </p:bgRef>
    </p:bg>
    <p:spTree>
      <p:nvGrpSpPr>
        <p:cNvPr id="1" name=""/>
        <p:cNvGrpSpPr/>
        <p:nvPr/>
      </p:nvGrpSpPr>
      <p:grpSpPr>
        <a:xfrm xmlns:a="http://schemas.openxmlformats.org/drawingml/2006/main"/>
      </p:grpSpPr>
      <p:sp>
        <p:nvSpPr>
          <p:cNvPr id="2" name="Header Placeholder"/>
          <p:cNvSpPr/>
          <p:nvPr>
            <p:ph type="hdr" sz="quarter"/>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
        <p:nvSpPr>
          <p:cNvPr id="3" name="Date Placeholder"/>
          <p:cNvSpPr/>
          <p:nvPr>
            <p:ph type="dt" sz="quarter" idx="1"/>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
        <p:nvSpPr>
          <p:cNvPr id="4" name="Slide Image Placeholder"/>
          <p:cNvSpPr/>
          <p:nvPr>
            <p:ph type="sldImg" idx="2"/>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
        <p:nvSpPr>
          <p:cNvPr id="5" name="Notes Placeholder"/>
          <p:cNvSpPr/>
          <p:nvPr>
            <p:ph type="body" sz="quarter" idx="3"/>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
        <p:nvSpPr>
          <p:cNvPr id="6" name="Footer Placeholder"/>
          <p:cNvSpPr/>
          <p:nvPr>
            <p:ph type="ftr" sz="quarter" idx="4"/>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
        <p:nvSpPr>
          <p:cNvPr id="7" name="Slide Number Placeholder"/>
          <p:cNvSpPr/>
          <p:nvPr>
            <p:ph type="sldNum" sz="quarter" idx="5"/>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Tree>
  </p:cSld>
  <p:clrMap bg1="lt1" tx1="dk1" bg2="lt2" tx2="dk2" accent1="accent1" accent2="accent2" accent3="accent3" accent4="accent4" accent5="accent5" accent6="accent6" hlink="hlink" folHlink="folHlink"/>
  <p:notesStyle>
    <a:lvl1pPr xmlns:a="http://schemas.openxmlformats.org/drawingml/2006/main" marL="0" algn="l" defTabSz="914400" rtl="0" eaLnBrk="1" latinLnBrk="0" hangingPunct="1">
      <a:defRPr sz="1200" kern="1200"/>
    </a:lvl1pPr>
  </p:notesStyle>
</p:notesMaster>
</file>

<file path=ppt/notesMasters/theme/theme3.xml><?xml version="1.0" encoding="utf-8"?>
<a:theme xmlns:a="http://schemas.openxmlformats.org/drawingml/2006/main" name="ChatGPT">
  <a:themeElements>
    <a:clrScheme name="ChatGPT">
      <a:dk1>
        <a:srgbClr val="000000"/>
      </a:dk1>
      <a:lt1>
        <a:srgbClr val="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
      <a:majorFont>
        <a:latin typeface="Aptos"/>
        <a:ea typeface=""/>
        <a:cs typeface=""/>
      </a:majorFont>
      <a:minorFont>
        <a:latin typeface="Aptos"/>
        <a:ea typeface=""/>
        <a:cs typeface=""/>
      </a:minorFont>
    </a:fontScheme>
    <a:fmtScheme name="ChatGPT">
      <a:fillStyleLst>
        <a:solidFill>
          <a:schemeClr val="phClr"/>
        </a:solidFill>
        <a:gradFill>
          <a:gsLst>
            <a:gs pos="0">
              <a:schemeClr val="phClr">
                <a:tint val="67000"/>
                <a:lumMod val="110000"/>
                <a:satMod val="105000"/>
              </a:schemeClr>
            </a:gs>
            <a:gs pos="50000">
              <a:schemeClr val="phClr">
                <a:tint val="73000"/>
                <a:lumMod val="105000"/>
                <a:satMod val="103000"/>
              </a:schemeClr>
            </a:gs>
            <a:gs pos="100000">
              <a:schemeClr val="phClr">
                <a:tint val="81000"/>
                <a:lumMod val="105000"/>
                <a:satMod val="109000"/>
              </a:schemeClr>
            </a:gs>
          </a:gsLst>
          <a:lin ang="5400000" scaled="0"/>
        </a:gradFill>
        <a:gradFill>
          <a:gsLst>
            <a:gs pos="0">
              <a:schemeClr val="phClr">
                <a:tint val="94000"/>
                <a:lumMod val="102000"/>
                <a:satMod val="103000"/>
              </a:schemeClr>
            </a:gs>
            <a:gs pos="50000">
              <a:schemeClr val="phClr">
                <a:shade val="100000"/>
                <a:lumMod val="100000"/>
                <a:satMod val="110000"/>
              </a:schemeClr>
            </a:gs>
            <a:gs pos="100000">
              <a:schemeClr val="phClr">
                <a:shade val="78000"/>
                <a:lumMod val="99000"/>
                <a:satMod val="120000"/>
              </a:schemeClr>
            </a:gs>
          </a:gsLst>
          <a:lin ang="5400000" scaled="0"/>
        </a:gradFill>
      </a:fillStyleLst>
      <a:lnStyleLst>
        <a:ln w="12700">
          <a:solidFill>
            <a:schemeClr val="phClr"/>
          </a:solidFill>
          <a:prstDash val="solid"/>
        </a:ln>
        <a:ln w="19050">
          <a:solidFill>
            <a:schemeClr val="phClr"/>
          </a:solidFill>
          <a:prstDash val="solid"/>
        </a:ln>
        <a:ln w="25400">
          <a:solidFill>
            <a:schemeClr val="phClr"/>
          </a:solidFill>
          <a:prstDash val="solid"/>
        </a:ln>
      </a:lnStyleLst>
      <a:effectStyleLst>
        <a:effectStyle>
          <a:effectLst/>
        </a:effectStyle>
        <a:effectStyle>
          <a:effectLst/>
        </a:effectStyle>
        <a:effectStyle>
          <a:effectLst>
            <a:outerShdw blurRad="57150" dist="19050" dir="5400000">
              <a:srgbClr val="000000">
                <a:alpha val="16000"/>
              </a:srgbClr>
            </a:outerShdw>
          </a:effectLst>
        </a:effectStyle>
        <a:effectStyle>
          <a:effectLst>
            <a:outerShdw blurRad="19050" dist="9525" dir="5400000">
              <a:srgbClr val="000000">
                <a:alpha val="6000"/>
              </a:srgbClr>
            </a:outerShdw>
          </a:effectLst>
        </a:effectStyle>
        <a:effectStyle>
          <a:effectLst>
            <a:outerShdw blurRad="28575" dist="9525" dir="5400000">
              <a:srgbClr val="000000">
                <a:alpha val="8000"/>
              </a:srgbClr>
            </a:outerShdw>
          </a:effectLst>
        </a:effectStyle>
        <a:effectStyle>
          <a:effectLst>
            <a:outerShdw blurRad="57150" dist="19050" dir="5400000">
              <a:srgbClr val="000000">
                <a:alpha val="10000"/>
              </a:srgbClr>
            </a:outerShdw>
          </a:effectLst>
        </a:effectStyle>
        <a:effectStyle>
          <a:effectLst>
            <a:outerShdw blurRad="114300" dist="38100" dir="5400000">
              <a:srgbClr val="000000">
                <a:alpha val="12000"/>
              </a:srgbClr>
            </a:outerShdw>
          </a:effectLst>
        </a:effectStyle>
        <a:effectStyle>
          <a:effectLst>
            <a:outerShdw blurRad="171450" dist="57150" dir="5400000">
              <a:srgbClr val="000000">
                <a:alpha val="16000"/>
              </a:srgbClr>
            </a:outerShdw>
          </a:effectLst>
        </a:effectStyle>
        <a:effectStyle>
          <a:effectLst>
            <a:outerShdw blurRad="266700" dist="95250" dir="5400000">
              <a:srgbClr val="000000">
                <a:alpha val="24000"/>
              </a:srgbClr>
            </a:outerShdw>
          </a:effectLst>
        </a:effectStyle>
      </a:effectStyleLst>
      <a:bgFillStyleLst>
        <a:solidFill>
          <a:schemeClr val="phClr"/>
        </a:solidFill>
        <a:solidFill>
          <a:schemeClr val="phClr">
            <a:tint val="95000"/>
            <a:satMod val="170000"/>
          </a:schemeClr>
        </a:solidFill>
        <a:gradFill>
          <a:gsLst>
            <a:gs pos="0">
              <a:schemeClr val="phClr">
                <a:tint val="93000"/>
                <a:shade val="98000"/>
                <a:lumMod val="102000"/>
                <a:satMod val="150000"/>
              </a:schemeClr>
            </a:gs>
            <a:gs pos="50000">
              <a:schemeClr val="phClr">
                <a:tint val="98000"/>
                <a:shade val="90000"/>
                <a:lumMod val="103000"/>
                <a:satMod val="130000"/>
              </a:schemeClr>
            </a:gs>
            <a:gs pos="100000">
              <a:schemeClr val="phClr">
                <a:shade val="63000"/>
                <a:satMod val="120000"/>
              </a:schemeClr>
            </a:gs>
          </a:gsLst>
          <a:lin ang="5400000" scaled="0"/>
        </a:gradFill>
      </a:bgFillStyleLst>
    </a:fmtScheme>
  </a:themeElements>
</a:theme>
</file>

<file path=ppt/notesSlides/_rels/notesSlide1.xml.rels>&#65279;<?xml version="1.0" encoding="utf-8"?><Relationships xmlns="http://schemas.openxmlformats.org/package/2006/relationships"><Relationship Type="http://schemas.openxmlformats.org/officeDocument/2006/relationships/slide" Target="/ppt/slides/slide1.xml" Id="R8478549cc08a4579" /><Relationship Type="http://schemas.openxmlformats.org/officeDocument/2006/relationships/notesMaster" Target="/ppt/notesMasters/notesMaster1.xml" Id="R91a127c02e3f4731" /></Relationships>
</file>

<file path=ppt/notesSlides/_rels/notesSlide2.xml.rels>&#65279;<?xml version="1.0" encoding="utf-8"?><Relationships xmlns="http://schemas.openxmlformats.org/package/2006/relationships"><Relationship Type="http://schemas.openxmlformats.org/officeDocument/2006/relationships/slide" Target="/ppt/slides/slide2.xml" Id="Rcaa62b9b1c4143f1" /><Relationship Type="http://schemas.openxmlformats.org/officeDocument/2006/relationships/notesMaster" Target="/ppt/notesMasters/notesMaster1.xml" Id="Rba2b8a41bf834029" /></Relationships>
</file>

<file path=ppt/notesSlides/notesSlide1.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Sources: Figure 10, assets/human-practices/images/shahe-volunteer-activity-coordination-notes.png; Figure 22, assets/human-practices/images/shahe-needs-assessment-and-workbook-feedback.png. These are synthesized team interview/fieldwork summaries, not verbatim quotations or population-wide findings. Time constraints and staff coordination: Figure 10 staff interview panel and Figure 22 care difficulties panel. Trust and participation: Figure 10 willingness panel, Figure 22 trust and health-related participation panel. Group before individual, advance questions and adapting to health: Figure 10. Caregiver viewpoint is an editorial grouping of those source points. The first source also suggests about two days between visits; this operational detail is omitted to keep the main map short.</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2.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Source: Figure 22, assets/human-practices/images/shahe-needs-assessment-and-workbook-feedback.png, especially older-adult information habits, workbook changes and AI use. Larger type summarizes the reported problem of small print. More pictures, fewer words, space for notes and production budget come directly from the workbook panel. Everyday health questions reflect health-knowledge needs and note-taking in that panel, also described in docs/human-practices/human-practices.md. Familiar short-video platforms and primarily voice-based AI interactions come from the same source. The source is a Shahe Elderly Service Center fieldwork summary; it does not establish that the institution is an elderly university. “Older learners” avoids changing the institution’s identity. These are feedback and design directions, not demonstrated educational outcomes.</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slideLayouts/_rels/slideLayout1.xml.rels>&#65279;<?xml version="1.0" encoding="utf-8"?><Relationships xmlns="http://schemas.openxmlformats.org/package/2006/relationships"><Relationship Type="http://schemas.openxmlformats.org/officeDocument/2006/relationships/slideMaster" Target="/ppt/slideMasters/slideMaster1.xml" Id="Re68c521129384b79" /></Relationships>
</file>

<file path=ppt/slideLayouts/_rels/slideLayout2.xml.rels>&#65279;<?xml version="1.0" encoding="utf-8"?><Relationships xmlns="http://schemas.openxmlformats.org/package/2006/relationships"><Relationship Type="http://schemas.openxmlformats.org/officeDocument/2006/relationships/slideMaster" Target="/ppt/slideMasters/slideMaster1.xml" Id="R90b94c61c25a4ef2" /></Relationships>
</file>

<file path=ppt/slideLayouts/_rels/slideLayout3.xml.rels>&#65279;<?xml version="1.0" encoding="utf-8"?><Relationships xmlns="http://schemas.openxmlformats.org/package/2006/relationships"><Relationship Type="http://schemas.openxmlformats.org/officeDocument/2006/relationships/slideMaster" Target="/ppt/slideMasters/slideMaster1.xml" Id="Rc7e1ce2ebd434782" /></Relationships>
</file>

<file path=ppt/slideLayouts/_rels/slideLayout4.xml.rels>&#65279;<?xml version="1.0" encoding="utf-8"?><Relationships xmlns="http://schemas.openxmlformats.org/package/2006/relationships"><Relationship Type="http://schemas.openxmlformats.org/officeDocument/2006/relationships/slideMaster" Target="/ppt/slideMasters/slideMaster1.xml" Id="R2f595bddd1a549f1" /></Relationships>
</file>

<file path=ppt/slideLayouts/_rels/slideLayout5.xml.rels>&#65279;<?xml version="1.0" encoding="utf-8"?><Relationships xmlns="http://schemas.openxmlformats.org/package/2006/relationships"><Relationship Type="http://schemas.openxmlformats.org/officeDocument/2006/relationships/slideMaster" Target="/ppt/slideMasters/slideMaster1.xml" Id="Re2fef074c60f46fe" /></Relationships>
</file>

<file path=ppt/slideLayouts/_rels/slideLayout6.xml.rels>&#65279;<?xml version="1.0" encoding="utf-8"?><Relationships xmlns="http://schemas.openxmlformats.org/package/2006/relationships"><Relationship Type="http://schemas.openxmlformats.org/officeDocument/2006/relationships/slideMaster" Target="/ppt/slideMasters/slideMaster1.xml" Id="R10e42b57c56c499c" /></Relationships>
</file>

<file path=ppt/slideLayouts/slideLayout1.xml><?xml version="1.0" encoding="utf-8"?>
<p:sldLayout xmlns:p="http://schemas.openxmlformats.org/presentationml/2006/main" type="title">
  <p:cSld name="Title Slide">
    <p:spTree>
      <p:nvGrpSpPr>
        <p:cNvPr id="1" name=""/>
        <p:cNvGrpSpPr/>
        <p:nvPr/>
      </p:nvGrpSpPr>
      <p:grpSpPr>
        <a:xfrm xmlns:a="http://schemas.openxmlformats.org/drawingml/2006/main"/>
      </p:grpSpPr>
      <p:sp>
        <p:nvSpPr>
          <p:cNvPr id="3" name="Title">
            <a:extLst xmlns:a="http://schemas.openxmlformats.org/drawingml/2006/main">
              <a:ext uri="{FF2B5EF4-FFF2-40B4-BE49-F238E27FC236}">
                <a16:creationId xmlns:a16="http://schemas.microsoft.com/office/drawing/2014/main" id="{CC5ADC51-97F0-4892-89B6-F4F3E6168211}"/>
              </a:ext>
            </a:extLst>
          </p:cNvPr>
          <p:cNvSpPr>
            <a:spLocks xmlns:a="http://schemas.openxmlformats.org/drawingml/2006/main" noGrp="1"/>
          </p:cNvSpPr>
          <p:nvPr>
            <p:ph type="title" idx="0"/>
          </p:nvPr>
        </p:nvSpPr>
        <p:spPr>
          <a:xfrm xmlns:a="http://schemas.openxmlformats.org/drawingml/2006/main">
            <a:off x="1219200" y="2590800"/>
            <a:ext cx="9753600" cy="990600"/>
          </a:xfrm>
          <a:prstGeom xmlns:a="http://schemas.openxmlformats.org/drawingml/2006/main" prst="rect">
            <a:avLst/>
          </a:prstGeom>
          <a:noFill xmlns:a="http://schemas.openxmlformats.org/drawingml/2006/main"/>
          <a:ln xmlns:a="http://schemas.openxmlformats.org/drawingml/2006/main">
            <a:noFill/>
            <a:prstDash val="solid"/>
          </a:ln>
        </p:spPr>
        <p:txBody>
          <a:bodyPr xmlns:a="http://schemas.openxmlformats.org/drawingml/2006/main" wrap="square" lIns="0" tIns="0" rIns="0" bIns="0" anchor="ctr">
            <a:normAutofit/>
          </a:bodyPr>
          <a:lstStyle xmlns:a="http://schemas.openxmlformats.org/drawingml/2006/main">
            <a:defPPr algn="ctr">
              <a:defRPr sz="4800" b="1">
                <a:solidFill>
                  <a:schemeClr val="tx1"/>
                </a:solidFill>
                <a:latin typeface="+mj-lt"/>
                <a:ea typeface="+mj-lt"/>
                <a:cs typeface="+mj-lt"/>
              </a:defRPr>
            </a:defPPr>
            <a:lvl1pPr marL="0" indent="0" algn="ctr">
              <a:lnSpc>
                <a:spcPct val="110000"/>
              </a:lnSpc>
              <a:spcBef>
                <a:spcPts val="0"/>
              </a:spcBef>
              <a:spcAft>
                <a:spcPts val="0"/>
              </a:spcAft>
              <a:buNone/>
              <a:defRPr sz="4800" b="1">
                <a:solidFill>
                  <a:schemeClr val="tx1"/>
                </a:solidFill>
                <a:latin typeface="+mj-lt"/>
                <a:ea typeface="+mj-lt"/>
                <a:cs typeface="+mj-lt"/>
              </a:defRPr>
            </a:lvl1pPr>
            <a:lvl2pPr marL="0" indent="0" algn="ctr">
              <a:lnSpc>
                <a:spcPct val="110000"/>
              </a:lnSpc>
              <a:spcBef>
                <a:spcPts val="0"/>
              </a:spcBef>
              <a:spcAft>
                <a:spcPts val="0"/>
              </a:spcAft>
              <a:buNone/>
              <a:defRPr sz="4800" b="1">
                <a:solidFill>
                  <a:schemeClr val="tx1"/>
                </a:solidFill>
                <a:latin typeface="+mj-lt"/>
                <a:ea typeface="+mj-lt"/>
                <a:cs typeface="+mj-lt"/>
              </a:defRPr>
            </a:lvl2pPr>
            <a:lvl3pPr marL="0" indent="0" algn="ctr">
              <a:lnSpc>
                <a:spcPct val="110000"/>
              </a:lnSpc>
              <a:spcBef>
                <a:spcPts val="0"/>
              </a:spcBef>
              <a:spcAft>
                <a:spcPts val="0"/>
              </a:spcAft>
              <a:buNone/>
              <a:defRPr sz="4800" b="1">
                <a:solidFill>
                  <a:schemeClr val="tx1"/>
                </a:solidFill>
                <a:latin typeface="+mj-lt"/>
                <a:ea typeface="+mj-lt"/>
                <a:cs typeface="+mj-lt"/>
              </a:defRPr>
            </a:lvl3pPr>
            <a:lvl4pPr marL="0" indent="0" algn="ctr">
              <a:lnSpc>
                <a:spcPct val="110000"/>
              </a:lnSpc>
              <a:spcBef>
                <a:spcPts val="0"/>
              </a:spcBef>
              <a:spcAft>
                <a:spcPts val="0"/>
              </a:spcAft>
              <a:buNone/>
              <a:defRPr sz="4800" b="1">
                <a:solidFill>
                  <a:schemeClr val="tx1"/>
                </a:solidFill>
                <a:latin typeface="+mj-lt"/>
                <a:ea typeface="+mj-lt"/>
                <a:cs typeface="+mj-lt"/>
              </a:defRPr>
            </a:lvl4pPr>
            <a:lvl5pPr marL="0" indent="0" algn="ctr">
              <a:lnSpc>
                <a:spcPct val="110000"/>
              </a:lnSpc>
              <a:spcBef>
                <a:spcPts val="0"/>
              </a:spcBef>
              <a:spcAft>
                <a:spcPts val="0"/>
              </a:spcAft>
              <a:buNone/>
              <a:defRPr sz="4800" b="1">
                <a:solidFill>
                  <a:schemeClr val="tx1"/>
                </a:solidFill>
                <a:latin typeface="+mj-lt"/>
                <a:ea typeface="+mj-lt"/>
                <a:cs typeface="+mj-lt"/>
              </a:defRPr>
            </a:lvl5pPr>
            <a:lvl6pPr marL="0" indent="0" algn="ctr">
              <a:lnSpc>
                <a:spcPct val="110000"/>
              </a:lnSpc>
              <a:spcBef>
                <a:spcPts val="0"/>
              </a:spcBef>
              <a:spcAft>
                <a:spcPts val="0"/>
              </a:spcAft>
              <a:buNone/>
              <a:defRPr sz="4800" b="1">
                <a:solidFill>
                  <a:schemeClr val="tx1"/>
                </a:solidFill>
                <a:latin typeface="+mj-lt"/>
                <a:ea typeface="+mj-lt"/>
                <a:cs typeface="+mj-lt"/>
              </a:defRPr>
            </a:lvl6pPr>
            <a:lvl7pPr marL="0" indent="0" algn="ctr">
              <a:lnSpc>
                <a:spcPct val="110000"/>
              </a:lnSpc>
              <a:spcBef>
                <a:spcPts val="0"/>
              </a:spcBef>
              <a:spcAft>
                <a:spcPts val="0"/>
              </a:spcAft>
              <a:buNone/>
              <a:defRPr sz="4800" b="1">
                <a:solidFill>
                  <a:schemeClr val="tx1"/>
                </a:solidFill>
                <a:latin typeface="+mj-lt"/>
                <a:ea typeface="+mj-lt"/>
                <a:cs typeface="+mj-lt"/>
              </a:defRPr>
            </a:lvl7pPr>
            <a:lvl8pPr marL="0" indent="0" algn="ctr">
              <a:lnSpc>
                <a:spcPct val="110000"/>
              </a:lnSpc>
              <a:spcBef>
                <a:spcPts val="0"/>
              </a:spcBef>
              <a:spcAft>
                <a:spcPts val="0"/>
              </a:spcAft>
              <a:buNone/>
              <a:defRPr sz="4800" b="1">
                <a:solidFill>
                  <a:schemeClr val="tx1"/>
                </a:solidFill>
                <a:latin typeface="+mj-lt"/>
                <a:ea typeface="+mj-lt"/>
                <a:cs typeface="+mj-lt"/>
              </a:defRPr>
            </a:lvl8pPr>
            <a:lvl9pPr marL="0" indent="0" algn="ctr">
              <a:lnSpc>
                <a:spcPct val="110000"/>
              </a:lnSpc>
              <a:spcBef>
                <a:spcPts val="0"/>
              </a:spcBef>
              <a:spcAft>
                <a:spcPts val="0"/>
              </a:spcAft>
              <a:buNone/>
              <a:defRPr sz="4800" b="1">
                <a:solidFill>
                  <a:schemeClr val="tx1"/>
                </a:solidFill>
                <a:latin typeface="+mj-lt"/>
                <a:ea typeface="+mj-lt"/>
                <a:cs typeface="+mj-lt"/>
              </a:defRPr>
            </a:lvl9pPr>
          </a:lstStyle>
          <a:p xmlns:a="http://schemas.openxmlformats.org/drawingml/2006/main"/>
        </p:txBody>
      </p:sp>
      <p:sp>
        <p:nvSpPr>
          <p:cNvPr id="2" name="Subtitle">
            <a:extLst xmlns:a="http://schemas.openxmlformats.org/drawingml/2006/main">
              <a:ext uri="{FF2B5EF4-FFF2-40B4-BE49-F238E27FC236}">
                <a16:creationId xmlns:a16="http://schemas.microsoft.com/office/drawing/2014/main" id="{9E848EE8-2DEF-4341-ADFA-9A69A6470A8C}"/>
              </a:ext>
            </a:extLst>
          </p:cNvPr>
          <p:cNvSpPr>
            <a:spLocks xmlns:a="http://schemas.openxmlformats.org/drawingml/2006/main" noGrp="1"/>
          </p:cNvSpPr>
          <p:nvPr>
            <p:ph type="subTitle" idx="1"/>
          </p:nvPr>
        </p:nvSpPr>
        <p:spPr>
          <a:xfrm xmlns:a="http://schemas.openxmlformats.org/drawingml/2006/main">
            <a:off x="1828800" y="3771900"/>
            <a:ext cx="8534400" cy="762000"/>
          </a:xfrm>
          <a:prstGeom xmlns:a="http://schemas.openxmlformats.org/drawingml/2006/main" prst="rect">
            <a:avLst/>
          </a:prstGeom>
          <a:noFill xmlns:a="http://schemas.openxmlformats.org/drawingml/2006/main"/>
          <a:ln xmlns:a="http://schemas.openxmlformats.org/drawingml/2006/main">
            <a:noFill/>
            <a:prstDash val="solid"/>
          </a:ln>
        </p:spPr>
        <p:txBody>
          <a:bodyPr xmlns:a="http://schemas.openxmlformats.org/drawingml/2006/main" wrap="square" lIns="0" tIns="0" rIns="0" bIns="0" anchor="ctr">
            <a:normAutofit/>
          </a:bodyPr>
          <a:lstStyle xmlns:a="http://schemas.openxmlformats.org/drawingml/2006/main">
            <a:defPPr algn="ctr">
              <a:defRPr sz="2100" b="0">
                <a:solidFill>
                  <a:schemeClr val="tx1"/>
                </a:solidFill>
                <a:latin typeface="+mn-lt"/>
                <a:ea typeface="+mn-lt"/>
                <a:cs typeface="+mn-lt"/>
              </a:defRPr>
            </a:defPPr>
            <a:lvl1pPr marL="0" indent="0" algn="ctr">
              <a:lnSpc>
                <a:spcPct val="110000"/>
              </a:lnSpc>
              <a:spcBef>
                <a:spcPts val="0"/>
              </a:spcBef>
              <a:spcAft>
                <a:spcPts val="0"/>
              </a:spcAft>
              <a:buNone/>
              <a:defRPr sz="2100" b="0">
                <a:solidFill>
                  <a:schemeClr val="tx1"/>
                </a:solidFill>
                <a:latin typeface="+mn-lt"/>
                <a:ea typeface="+mn-lt"/>
                <a:cs typeface="+mn-lt"/>
              </a:defRPr>
            </a:lvl1pPr>
            <a:lvl2pPr marL="0" indent="0" algn="ctr">
              <a:lnSpc>
                <a:spcPct val="110000"/>
              </a:lnSpc>
              <a:spcBef>
                <a:spcPts val="0"/>
              </a:spcBef>
              <a:spcAft>
                <a:spcPts val="0"/>
              </a:spcAft>
              <a:buNone/>
              <a:defRPr sz="2100" b="0">
                <a:solidFill>
                  <a:schemeClr val="tx1"/>
                </a:solidFill>
                <a:latin typeface="+mn-lt"/>
                <a:ea typeface="+mn-lt"/>
                <a:cs typeface="+mn-lt"/>
              </a:defRPr>
            </a:lvl2pPr>
            <a:lvl3pPr marL="0" indent="0" algn="ctr">
              <a:lnSpc>
                <a:spcPct val="110000"/>
              </a:lnSpc>
              <a:spcBef>
                <a:spcPts val="0"/>
              </a:spcBef>
              <a:spcAft>
                <a:spcPts val="0"/>
              </a:spcAft>
              <a:buNone/>
              <a:defRPr sz="2100" b="0">
                <a:solidFill>
                  <a:schemeClr val="tx1"/>
                </a:solidFill>
                <a:latin typeface="+mn-lt"/>
                <a:ea typeface="+mn-lt"/>
                <a:cs typeface="+mn-lt"/>
              </a:defRPr>
            </a:lvl3pPr>
            <a:lvl4pPr marL="0" indent="0" algn="ctr">
              <a:lnSpc>
                <a:spcPct val="110000"/>
              </a:lnSpc>
              <a:spcBef>
                <a:spcPts val="0"/>
              </a:spcBef>
              <a:spcAft>
                <a:spcPts val="0"/>
              </a:spcAft>
              <a:buNone/>
              <a:defRPr sz="2100" b="0">
                <a:solidFill>
                  <a:schemeClr val="tx1"/>
                </a:solidFill>
                <a:latin typeface="+mn-lt"/>
                <a:ea typeface="+mn-lt"/>
                <a:cs typeface="+mn-lt"/>
              </a:defRPr>
            </a:lvl4pPr>
            <a:lvl5pPr marL="0" indent="0" algn="ctr">
              <a:lnSpc>
                <a:spcPct val="110000"/>
              </a:lnSpc>
              <a:spcBef>
                <a:spcPts val="0"/>
              </a:spcBef>
              <a:spcAft>
                <a:spcPts val="0"/>
              </a:spcAft>
              <a:buNone/>
              <a:defRPr sz="2100" b="0">
                <a:solidFill>
                  <a:schemeClr val="tx1"/>
                </a:solidFill>
                <a:latin typeface="+mn-lt"/>
                <a:ea typeface="+mn-lt"/>
                <a:cs typeface="+mn-lt"/>
              </a:defRPr>
            </a:lvl5pPr>
            <a:lvl6pPr marL="0" indent="0" algn="ctr">
              <a:lnSpc>
                <a:spcPct val="110000"/>
              </a:lnSpc>
              <a:spcBef>
                <a:spcPts val="0"/>
              </a:spcBef>
              <a:spcAft>
                <a:spcPts val="0"/>
              </a:spcAft>
              <a:buNone/>
              <a:defRPr sz="2100" b="0">
                <a:solidFill>
                  <a:schemeClr val="tx1"/>
                </a:solidFill>
                <a:latin typeface="+mn-lt"/>
                <a:ea typeface="+mn-lt"/>
                <a:cs typeface="+mn-lt"/>
              </a:defRPr>
            </a:lvl6pPr>
            <a:lvl7pPr marL="0" indent="0" algn="ctr">
              <a:lnSpc>
                <a:spcPct val="110000"/>
              </a:lnSpc>
              <a:spcBef>
                <a:spcPts val="0"/>
              </a:spcBef>
              <a:spcAft>
                <a:spcPts val="0"/>
              </a:spcAft>
              <a:buNone/>
              <a:defRPr sz="2100" b="0">
                <a:solidFill>
                  <a:schemeClr val="tx1"/>
                </a:solidFill>
                <a:latin typeface="+mn-lt"/>
                <a:ea typeface="+mn-lt"/>
                <a:cs typeface="+mn-lt"/>
              </a:defRPr>
            </a:lvl7pPr>
            <a:lvl8pPr marL="0" indent="0" algn="ctr">
              <a:lnSpc>
                <a:spcPct val="110000"/>
              </a:lnSpc>
              <a:spcBef>
                <a:spcPts val="0"/>
              </a:spcBef>
              <a:spcAft>
                <a:spcPts val="0"/>
              </a:spcAft>
              <a:buNone/>
              <a:defRPr sz="2100" b="0">
                <a:solidFill>
                  <a:schemeClr val="tx1"/>
                </a:solidFill>
                <a:latin typeface="+mn-lt"/>
                <a:ea typeface="+mn-lt"/>
                <a:cs typeface="+mn-lt"/>
              </a:defRPr>
            </a:lvl8pPr>
            <a:lvl9pPr marL="0" indent="0" algn="ctr">
              <a:lnSpc>
                <a:spcPct val="110000"/>
              </a:lnSpc>
              <a:spcBef>
                <a:spcPts val="0"/>
              </a:spcBef>
              <a:spcAft>
                <a:spcPts val="0"/>
              </a:spcAft>
              <a:buNone/>
              <a:defRPr sz="2100" b="0">
                <a:solidFill>
                  <a:schemeClr val="tx1"/>
                </a:solidFill>
                <a:latin typeface="+mn-lt"/>
                <a:ea typeface="+mn-lt"/>
                <a:cs typeface="+mn-lt"/>
              </a:defRPr>
            </a:lvl9pPr>
          </a:lstStyle>
          <a:p xmlns:a="http://schemas.openxmlformats.org/drawingml/2006/main"/>
        </p:txBody>
      </p:sp>
    </p:spTree>
  </p:cSld>
</p:sldLayout>
</file>

<file path=ppt/slideLayouts/slideLayout2.xml><?xml version="1.0" encoding="utf-8"?>
<p:sldLayout xmlns:p="http://schemas.openxmlformats.org/presentationml/2006/main">
  <p:cSld name="Section Header">
    <p:spTree>
      <p:nvGrpSpPr>
        <p:cNvPr id="1" name=""/>
        <p:cNvGrpSpPr/>
        <p:nvPr/>
      </p:nvGrpSpPr>
      <p:grpSpPr>
        <a:xfrm xmlns:a="http://schemas.openxmlformats.org/drawingml/2006/main"/>
      </p:grpSpPr>
      <p:sp>
        <p:nvSpPr>
          <p:cNvPr id="2" name="Section title">
            <a:extLst xmlns:a="http://schemas.openxmlformats.org/drawingml/2006/main">
              <a:ext uri="{FF2B5EF4-FFF2-40B4-BE49-F238E27FC236}">
                <a16:creationId xmlns:a16="http://schemas.microsoft.com/office/drawing/2014/main" id="{1FC5E6EF-499C-4238-B359-78A8B9F68C26}"/>
              </a:ext>
            </a:extLst>
          </p:cNvPr>
          <p:cNvSpPr>
            <a:spLocks xmlns:a="http://schemas.openxmlformats.org/drawingml/2006/main" noGrp="1"/>
          </p:cNvSpPr>
          <p:nvPr>
            <p:ph type="title" idx="0"/>
          </p:nvPr>
        </p:nvSpPr>
        <p:spPr>
          <a:xfrm xmlns:a="http://schemas.openxmlformats.org/drawingml/2006/main">
            <a:off x="1219200" y="2857500"/>
            <a:ext cx="9753600" cy="1143000"/>
          </a:xfrm>
          <a:prstGeom xmlns:a="http://schemas.openxmlformats.org/drawingml/2006/main" prst="rect">
            <a:avLst/>
          </a:prstGeom>
          <a:noFill xmlns:a="http://schemas.openxmlformats.org/drawingml/2006/main"/>
          <a:ln xmlns:a="http://schemas.openxmlformats.org/drawingml/2006/main">
            <a:noFill/>
            <a:prstDash val="solid"/>
          </a:ln>
        </p:spPr>
        <p:txBody>
          <a:bodyPr xmlns:a="http://schemas.openxmlformats.org/drawingml/2006/main" wrap="square" lIns="0" tIns="0" rIns="0" bIns="0" anchor="ctr">
            <a:normAutofit/>
          </a:bodyPr>
          <a:lstStyle xmlns:a="http://schemas.openxmlformats.org/drawingml/2006/main">
            <a:defPPr algn="ctr">
              <a:defRPr sz="4200" b="1">
                <a:solidFill>
                  <a:schemeClr val="tx1"/>
                </a:solidFill>
                <a:latin typeface="+mj-lt"/>
                <a:ea typeface="+mj-lt"/>
                <a:cs typeface="+mj-lt"/>
              </a:defRPr>
            </a:defPPr>
            <a:lvl1pPr marL="0" indent="0" algn="ctr">
              <a:lnSpc>
                <a:spcPct val="110000"/>
              </a:lnSpc>
              <a:spcBef>
                <a:spcPts val="0"/>
              </a:spcBef>
              <a:spcAft>
                <a:spcPts val="0"/>
              </a:spcAft>
              <a:buNone/>
              <a:defRPr sz="4200" b="1">
                <a:solidFill>
                  <a:schemeClr val="tx1"/>
                </a:solidFill>
                <a:latin typeface="+mj-lt"/>
                <a:ea typeface="+mj-lt"/>
                <a:cs typeface="+mj-lt"/>
              </a:defRPr>
            </a:lvl1pPr>
            <a:lvl2pPr marL="0" indent="0" algn="ctr">
              <a:lnSpc>
                <a:spcPct val="110000"/>
              </a:lnSpc>
              <a:spcBef>
                <a:spcPts val="0"/>
              </a:spcBef>
              <a:spcAft>
                <a:spcPts val="0"/>
              </a:spcAft>
              <a:buNone/>
              <a:defRPr sz="4200" b="1">
                <a:solidFill>
                  <a:schemeClr val="tx1"/>
                </a:solidFill>
                <a:latin typeface="+mj-lt"/>
                <a:ea typeface="+mj-lt"/>
                <a:cs typeface="+mj-lt"/>
              </a:defRPr>
            </a:lvl2pPr>
            <a:lvl3pPr marL="0" indent="0" algn="ctr">
              <a:lnSpc>
                <a:spcPct val="110000"/>
              </a:lnSpc>
              <a:spcBef>
                <a:spcPts val="0"/>
              </a:spcBef>
              <a:spcAft>
                <a:spcPts val="0"/>
              </a:spcAft>
              <a:buNone/>
              <a:defRPr sz="4200" b="1">
                <a:solidFill>
                  <a:schemeClr val="tx1"/>
                </a:solidFill>
                <a:latin typeface="+mj-lt"/>
                <a:ea typeface="+mj-lt"/>
                <a:cs typeface="+mj-lt"/>
              </a:defRPr>
            </a:lvl3pPr>
            <a:lvl4pPr marL="0" indent="0" algn="ctr">
              <a:lnSpc>
                <a:spcPct val="110000"/>
              </a:lnSpc>
              <a:spcBef>
                <a:spcPts val="0"/>
              </a:spcBef>
              <a:spcAft>
                <a:spcPts val="0"/>
              </a:spcAft>
              <a:buNone/>
              <a:defRPr sz="4200" b="1">
                <a:solidFill>
                  <a:schemeClr val="tx1"/>
                </a:solidFill>
                <a:latin typeface="+mj-lt"/>
                <a:ea typeface="+mj-lt"/>
                <a:cs typeface="+mj-lt"/>
              </a:defRPr>
            </a:lvl4pPr>
            <a:lvl5pPr marL="0" indent="0" algn="ctr">
              <a:lnSpc>
                <a:spcPct val="110000"/>
              </a:lnSpc>
              <a:spcBef>
                <a:spcPts val="0"/>
              </a:spcBef>
              <a:spcAft>
                <a:spcPts val="0"/>
              </a:spcAft>
              <a:buNone/>
              <a:defRPr sz="4200" b="1">
                <a:solidFill>
                  <a:schemeClr val="tx1"/>
                </a:solidFill>
                <a:latin typeface="+mj-lt"/>
                <a:ea typeface="+mj-lt"/>
                <a:cs typeface="+mj-lt"/>
              </a:defRPr>
            </a:lvl5pPr>
            <a:lvl6pPr marL="0" indent="0" algn="ctr">
              <a:lnSpc>
                <a:spcPct val="110000"/>
              </a:lnSpc>
              <a:spcBef>
                <a:spcPts val="0"/>
              </a:spcBef>
              <a:spcAft>
                <a:spcPts val="0"/>
              </a:spcAft>
              <a:buNone/>
              <a:defRPr sz="4200" b="1">
                <a:solidFill>
                  <a:schemeClr val="tx1"/>
                </a:solidFill>
                <a:latin typeface="+mj-lt"/>
                <a:ea typeface="+mj-lt"/>
                <a:cs typeface="+mj-lt"/>
              </a:defRPr>
            </a:lvl6pPr>
            <a:lvl7pPr marL="0" indent="0" algn="ctr">
              <a:lnSpc>
                <a:spcPct val="110000"/>
              </a:lnSpc>
              <a:spcBef>
                <a:spcPts val="0"/>
              </a:spcBef>
              <a:spcAft>
                <a:spcPts val="0"/>
              </a:spcAft>
              <a:buNone/>
              <a:defRPr sz="4200" b="1">
                <a:solidFill>
                  <a:schemeClr val="tx1"/>
                </a:solidFill>
                <a:latin typeface="+mj-lt"/>
                <a:ea typeface="+mj-lt"/>
                <a:cs typeface="+mj-lt"/>
              </a:defRPr>
            </a:lvl7pPr>
            <a:lvl8pPr marL="0" indent="0" algn="ctr">
              <a:lnSpc>
                <a:spcPct val="110000"/>
              </a:lnSpc>
              <a:spcBef>
                <a:spcPts val="0"/>
              </a:spcBef>
              <a:spcAft>
                <a:spcPts val="0"/>
              </a:spcAft>
              <a:buNone/>
              <a:defRPr sz="4200" b="1">
                <a:solidFill>
                  <a:schemeClr val="tx1"/>
                </a:solidFill>
                <a:latin typeface="+mj-lt"/>
                <a:ea typeface="+mj-lt"/>
                <a:cs typeface="+mj-lt"/>
              </a:defRPr>
            </a:lvl8pPr>
            <a:lvl9pPr marL="0" indent="0" algn="ctr">
              <a:lnSpc>
                <a:spcPct val="110000"/>
              </a:lnSpc>
              <a:spcBef>
                <a:spcPts val="0"/>
              </a:spcBef>
              <a:spcAft>
                <a:spcPts val="0"/>
              </a:spcAft>
              <a:buNone/>
              <a:defRPr sz="4200" b="1">
                <a:solidFill>
                  <a:schemeClr val="tx1"/>
                </a:solidFill>
                <a:latin typeface="+mj-lt"/>
                <a:ea typeface="+mj-lt"/>
                <a:cs typeface="+mj-lt"/>
              </a:defRPr>
            </a:lvl9pPr>
          </a:lstStyle>
          <a:p xmlns:a="http://schemas.openxmlformats.org/drawingml/2006/main"/>
        </p:txBody>
      </p:sp>
    </p:spTree>
  </p:cSld>
</p:sldLayout>
</file>

<file path=ppt/slideLayouts/slideLayout3.xml><?xml version="1.0" encoding="utf-8"?>
<p:sldLayout xmlns:p="http://schemas.openxmlformats.org/presentationml/2006/main">
  <p:cSld name="Title and Body">
    <p:spTree>
      <p:nvGrpSpPr>
        <p:cNvPr id="1" name=""/>
        <p:cNvGrpSpPr/>
        <p:nvPr/>
      </p:nvGrpSpPr>
      <p:grpSpPr>
        <a:xfrm xmlns:a="http://schemas.openxmlformats.org/drawingml/2006/main"/>
      </p:grpSpPr>
      <p:sp>
        <p:nvSpPr>
          <p:cNvPr id="3" name="Title">
            <a:extLst xmlns:a="http://schemas.openxmlformats.org/drawingml/2006/main">
              <a:ext uri="{FF2B5EF4-FFF2-40B4-BE49-F238E27FC236}">
                <a16:creationId xmlns:a16="http://schemas.microsoft.com/office/drawing/2014/main" id="{1B7B0208-5D13-4043-BBC8-1B429C9CD6EB}"/>
              </a:ext>
            </a:extLst>
          </p:cNvPr>
          <p:cNvSpPr>
            <a:spLocks xmlns:a="http://schemas.openxmlformats.org/drawingml/2006/main" noGrp="1"/>
          </p:cNvSpPr>
          <p:nvPr>
            <p:ph type="title" idx="0"/>
          </p:nvPr>
        </p:nvSpPr>
        <p:spPr>
          <a:xfrm xmlns:a="http://schemas.openxmlformats.org/drawingml/2006/main">
            <a:off x="685800" y="533400"/>
            <a:ext cx="10820400" cy="838200"/>
          </a:xfrm>
          <a:prstGeom xmlns:a="http://schemas.openxmlformats.org/drawingml/2006/main" prst="rect">
            <a:avLst/>
          </a:prstGeom>
          <a:noFill xmlns:a="http://schemas.openxmlformats.org/drawingml/2006/main"/>
          <a:ln xmlns:a="http://schemas.openxmlformats.org/drawingml/2006/main">
            <a:noFill/>
            <a:prstDash val="solid"/>
          </a:ln>
        </p:spPr>
        <p:txBody>
          <a:bodyPr xmlns:a="http://schemas.openxmlformats.org/drawingml/2006/main" wrap="square" lIns="0" tIns="0" rIns="0" bIns="0" anchor="t">
            <a:normAutofit/>
          </a:bodyPr>
          <a:lstStyle xmlns:a="http://schemas.openxmlformats.org/drawingml/2006/main">
            <a:defPPr algn="l">
              <a:defRPr sz="3300" b="1">
                <a:solidFill>
                  <a:schemeClr val="tx1"/>
                </a:solidFill>
                <a:latin typeface="+mj-lt"/>
                <a:ea typeface="+mj-lt"/>
                <a:cs typeface="+mj-lt"/>
              </a:defRPr>
            </a:defPPr>
            <a:lvl1pPr marL="0" indent="0" algn="l">
              <a:lnSpc>
                <a:spcPct val="110000"/>
              </a:lnSpc>
              <a:spcBef>
                <a:spcPts val="0"/>
              </a:spcBef>
              <a:spcAft>
                <a:spcPts val="0"/>
              </a:spcAft>
              <a:buNone/>
              <a:defRPr sz="3300" b="1">
                <a:solidFill>
                  <a:schemeClr val="tx1"/>
                </a:solidFill>
                <a:latin typeface="+mj-lt"/>
                <a:ea typeface="+mj-lt"/>
                <a:cs typeface="+mj-lt"/>
              </a:defRPr>
            </a:lvl1pPr>
            <a:lvl2pPr marL="0" indent="0" algn="l">
              <a:lnSpc>
                <a:spcPct val="110000"/>
              </a:lnSpc>
              <a:spcBef>
                <a:spcPts val="0"/>
              </a:spcBef>
              <a:spcAft>
                <a:spcPts val="0"/>
              </a:spcAft>
              <a:buNone/>
              <a:defRPr sz="3300" b="1">
                <a:solidFill>
                  <a:schemeClr val="tx1"/>
                </a:solidFill>
                <a:latin typeface="+mj-lt"/>
                <a:ea typeface="+mj-lt"/>
                <a:cs typeface="+mj-lt"/>
              </a:defRPr>
            </a:lvl2pPr>
            <a:lvl3pPr marL="0" indent="0" algn="l">
              <a:lnSpc>
                <a:spcPct val="110000"/>
              </a:lnSpc>
              <a:spcBef>
                <a:spcPts val="0"/>
              </a:spcBef>
              <a:spcAft>
                <a:spcPts val="0"/>
              </a:spcAft>
              <a:buNone/>
              <a:defRPr sz="3300" b="1">
                <a:solidFill>
                  <a:schemeClr val="tx1"/>
                </a:solidFill>
                <a:latin typeface="+mj-lt"/>
                <a:ea typeface="+mj-lt"/>
                <a:cs typeface="+mj-lt"/>
              </a:defRPr>
            </a:lvl3pPr>
            <a:lvl4pPr marL="0" indent="0" algn="l">
              <a:lnSpc>
                <a:spcPct val="110000"/>
              </a:lnSpc>
              <a:spcBef>
                <a:spcPts val="0"/>
              </a:spcBef>
              <a:spcAft>
                <a:spcPts val="0"/>
              </a:spcAft>
              <a:buNone/>
              <a:defRPr sz="3300" b="1">
                <a:solidFill>
                  <a:schemeClr val="tx1"/>
                </a:solidFill>
                <a:latin typeface="+mj-lt"/>
                <a:ea typeface="+mj-lt"/>
                <a:cs typeface="+mj-lt"/>
              </a:defRPr>
            </a:lvl4pPr>
            <a:lvl5pPr marL="0" indent="0" algn="l">
              <a:lnSpc>
                <a:spcPct val="110000"/>
              </a:lnSpc>
              <a:spcBef>
                <a:spcPts val="0"/>
              </a:spcBef>
              <a:spcAft>
                <a:spcPts val="0"/>
              </a:spcAft>
              <a:buNone/>
              <a:defRPr sz="3300" b="1">
                <a:solidFill>
                  <a:schemeClr val="tx1"/>
                </a:solidFill>
                <a:latin typeface="+mj-lt"/>
                <a:ea typeface="+mj-lt"/>
                <a:cs typeface="+mj-lt"/>
              </a:defRPr>
            </a:lvl5pPr>
            <a:lvl6pPr marL="0" indent="0" algn="l">
              <a:lnSpc>
                <a:spcPct val="110000"/>
              </a:lnSpc>
              <a:spcBef>
                <a:spcPts val="0"/>
              </a:spcBef>
              <a:spcAft>
                <a:spcPts val="0"/>
              </a:spcAft>
              <a:buNone/>
              <a:defRPr sz="3300" b="1">
                <a:solidFill>
                  <a:schemeClr val="tx1"/>
                </a:solidFill>
                <a:latin typeface="+mj-lt"/>
                <a:ea typeface="+mj-lt"/>
                <a:cs typeface="+mj-lt"/>
              </a:defRPr>
            </a:lvl6pPr>
            <a:lvl7pPr marL="0" indent="0" algn="l">
              <a:lnSpc>
                <a:spcPct val="110000"/>
              </a:lnSpc>
              <a:spcBef>
                <a:spcPts val="0"/>
              </a:spcBef>
              <a:spcAft>
                <a:spcPts val="0"/>
              </a:spcAft>
              <a:buNone/>
              <a:defRPr sz="3300" b="1">
                <a:solidFill>
                  <a:schemeClr val="tx1"/>
                </a:solidFill>
                <a:latin typeface="+mj-lt"/>
                <a:ea typeface="+mj-lt"/>
                <a:cs typeface="+mj-lt"/>
              </a:defRPr>
            </a:lvl7pPr>
            <a:lvl8pPr marL="0" indent="0" algn="l">
              <a:lnSpc>
                <a:spcPct val="110000"/>
              </a:lnSpc>
              <a:spcBef>
                <a:spcPts val="0"/>
              </a:spcBef>
              <a:spcAft>
                <a:spcPts val="0"/>
              </a:spcAft>
              <a:buNone/>
              <a:defRPr sz="3300" b="1">
                <a:solidFill>
                  <a:schemeClr val="tx1"/>
                </a:solidFill>
                <a:latin typeface="+mj-lt"/>
                <a:ea typeface="+mj-lt"/>
                <a:cs typeface="+mj-lt"/>
              </a:defRPr>
            </a:lvl8pPr>
            <a:lvl9pPr marL="0" indent="0" algn="l">
              <a:lnSpc>
                <a:spcPct val="110000"/>
              </a:lnSpc>
              <a:spcBef>
                <a:spcPts val="0"/>
              </a:spcBef>
              <a:spcAft>
                <a:spcPts val="0"/>
              </a:spcAft>
              <a:buNone/>
              <a:defRPr sz="3300" b="1">
                <a:solidFill>
                  <a:schemeClr val="tx1"/>
                </a:solidFill>
                <a:latin typeface="+mj-lt"/>
                <a:ea typeface="+mj-lt"/>
                <a:cs typeface="+mj-lt"/>
              </a:defRPr>
            </a:lvl9pPr>
          </a:lstStyle>
          <a:p xmlns:a="http://schemas.openxmlformats.org/drawingml/2006/main"/>
        </p:txBody>
      </p:sp>
      <p:sp>
        <p:nvSpPr>
          <p:cNvPr id="2" name="Body">
            <a:extLst xmlns:a="http://schemas.openxmlformats.org/drawingml/2006/main">
              <a:ext uri="{FF2B5EF4-FFF2-40B4-BE49-F238E27FC236}">
                <a16:creationId xmlns:a16="http://schemas.microsoft.com/office/drawing/2014/main" id="{BB91662F-2E5E-4E11-BC84-921159F44E9E}"/>
              </a:ext>
            </a:extLst>
          </p:cNvPr>
          <p:cNvSpPr>
            <a:spLocks xmlns:a="http://schemas.openxmlformats.org/drawingml/2006/main" noGrp="1"/>
          </p:cNvSpPr>
          <p:nvPr>
            <p:ph type="body" idx="1"/>
          </p:nvPr>
        </p:nvSpPr>
        <p:spPr>
          <a:xfrm xmlns:a="http://schemas.openxmlformats.org/drawingml/2006/main">
            <a:off x="685800" y="1905000"/>
            <a:ext cx="10820400" cy="4267200"/>
          </a:xfrm>
          <a:prstGeom xmlns:a="http://schemas.openxmlformats.org/drawingml/2006/main" prst="rect">
            <a:avLst/>
          </a:prstGeom>
          <a:noFill xmlns:a="http://schemas.openxmlformats.org/drawingml/2006/main"/>
          <a:ln xmlns:a="http://schemas.openxmlformats.org/drawingml/2006/main">
            <a:noFill/>
            <a:prstDash val="solid"/>
          </a:ln>
        </p:spPr>
        <p:txBody>
          <a:bodyPr xmlns:a="http://schemas.openxmlformats.org/drawingml/2006/main" wrap="square" lIns="0" tIns="0" rIns="0" bIns="0" anchor="t">
            <a:normAutofit/>
          </a:bodyPr>
          <a:lstStyle xmlns:a="http://schemas.openxmlformats.org/drawingml/2006/main">
            <a:defPPr algn="l">
              <a:defRPr sz="2250" b="0">
                <a:solidFill>
                  <a:schemeClr val="tx1"/>
                </a:solidFill>
                <a:latin typeface="+mn-lt"/>
                <a:ea typeface="+mn-lt"/>
                <a:cs typeface="+mn-lt"/>
              </a:defRPr>
            </a:defPPr>
            <a:lvl1pPr marL="228600" indent="-228600" algn="l">
              <a:lnSpc>
                <a:spcPct val="110000"/>
              </a:lnSpc>
              <a:spcBef>
                <a:spcPts val="0"/>
              </a:spcBef>
              <a:spcAft>
                <a:spcPts val="1200"/>
              </a:spcAft>
              <a:buChar char="•"/>
              <a:defRPr sz="2250" b="0">
                <a:solidFill>
                  <a:schemeClr val="tx1"/>
                </a:solidFill>
                <a:latin typeface="+mn-lt"/>
                <a:ea typeface="+mn-lt"/>
                <a:cs typeface="+mn-lt"/>
              </a:defRPr>
            </a:lvl1pPr>
            <a:lvl2pPr marL="533400" indent="-228600" algn="l">
              <a:lnSpc>
                <a:spcPct val="110000"/>
              </a:lnSpc>
              <a:spcBef>
                <a:spcPts val="0"/>
              </a:spcBef>
              <a:spcAft>
                <a:spcPts val="1200"/>
              </a:spcAft>
              <a:buChar char="•"/>
              <a:defRPr sz="2250" b="0">
                <a:solidFill>
                  <a:schemeClr val="tx1"/>
                </a:solidFill>
                <a:latin typeface="+mn-lt"/>
                <a:ea typeface="+mn-lt"/>
                <a:cs typeface="+mn-lt"/>
              </a:defRPr>
            </a:lvl2pPr>
            <a:lvl3pPr marL="838200" indent="-228600" algn="l">
              <a:lnSpc>
                <a:spcPct val="110000"/>
              </a:lnSpc>
              <a:spcBef>
                <a:spcPts val="0"/>
              </a:spcBef>
              <a:spcAft>
                <a:spcPts val="1200"/>
              </a:spcAft>
              <a:buChar char="•"/>
              <a:defRPr sz="2250" b="0">
                <a:solidFill>
                  <a:schemeClr val="tx1"/>
                </a:solidFill>
                <a:latin typeface="+mn-lt"/>
                <a:ea typeface="+mn-lt"/>
                <a:cs typeface="+mn-lt"/>
              </a:defRPr>
            </a:lvl3pPr>
            <a:lvl4pPr marL="1143000" indent="-228600" algn="l">
              <a:lnSpc>
                <a:spcPct val="110000"/>
              </a:lnSpc>
              <a:spcBef>
                <a:spcPts val="0"/>
              </a:spcBef>
              <a:spcAft>
                <a:spcPts val="1200"/>
              </a:spcAft>
              <a:buChar char="•"/>
              <a:defRPr sz="2250" b="0">
                <a:solidFill>
                  <a:schemeClr val="tx1"/>
                </a:solidFill>
                <a:latin typeface="+mn-lt"/>
                <a:ea typeface="+mn-lt"/>
                <a:cs typeface="+mn-lt"/>
              </a:defRPr>
            </a:lvl4pPr>
            <a:lvl5pPr marL="1447800" indent="-228600" algn="l">
              <a:lnSpc>
                <a:spcPct val="110000"/>
              </a:lnSpc>
              <a:spcBef>
                <a:spcPts val="0"/>
              </a:spcBef>
              <a:spcAft>
                <a:spcPts val="1200"/>
              </a:spcAft>
              <a:buChar char="•"/>
              <a:defRPr sz="2250" b="0">
                <a:solidFill>
                  <a:schemeClr val="tx1"/>
                </a:solidFill>
                <a:latin typeface="+mn-lt"/>
                <a:ea typeface="+mn-lt"/>
                <a:cs typeface="+mn-lt"/>
              </a:defRPr>
            </a:lvl5pPr>
            <a:lvl6pPr marL="1752600" indent="-228600" algn="l">
              <a:lnSpc>
                <a:spcPct val="110000"/>
              </a:lnSpc>
              <a:spcBef>
                <a:spcPts val="0"/>
              </a:spcBef>
              <a:spcAft>
                <a:spcPts val="1200"/>
              </a:spcAft>
              <a:buChar char="•"/>
              <a:defRPr sz="2250" b="0">
                <a:solidFill>
                  <a:schemeClr val="tx1"/>
                </a:solidFill>
                <a:latin typeface="+mn-lt"/>
                <a:ea typeface="+mn-lt"/>
                <a:cs typeface="+mn-lt"/>
              </a:defRPr>
            </a:lvl6pPr>
            <a:lvl7pPr marL="2057400" indent="-228600" algn="l">
              <a:lnSpc>
                <a:spcPct val="110000"/>
              </a:lnSpc>
              <a:spcBef>
                <a:spcPts val="0"/>
              </a:spcBef>
              <a:spcAft>
                <a:spcPts val="1200"/>
              </a:spcAft>
              <a:buChar char="•"/>
              <a:defRPr sz="2250" b="0">
                <a:solidFill>
                  <a:schemeClr val="tx1"/>
                </a:solidFill>
                <a:latin typeface="+mn-lt"/>
                <a:ea typeface="+mn-lt"/>
                <a:cs typeface="+mn-lt"/>
              </a:defRPr>
            </a:lvl7pPr>
            <a:lvl8pPr marL="2362200" indent="-228600" algn="l">
              <a:lnSpc>
                <a:spcPct val="110000"/>
              </a:lnSpc>
              <a:spcBef>
                <a:spcPts val="0"/>
              </a:spcBef>
              <a:spcAft>
                <a:spcPts val="1200"/>
              </a:spcAft>
              <a:buChar char="•"/>
              <a:defRPr sz="2250" b="0">
                <a:solidFill>
                  <a:schemeClr val="tx1"/>
                </a:solidFill>
                <a:latin typeface="+mn-lt"/>
                <a:ea typeface="+mn-lt"/>
                <a:cs typeface="+mn-lt"/>
              </a:defRPr>
            </a:lvl8pPr>
            <a:lvl9pPr marL="2667000" indent="-228600" algn="l">
              <a:lnSpc>
                <a:spcPct val="110000"/>
              </a:lnSpc>
              <a:spcBef>
                <a:spcPts val="0"/>
              </a:spcBef>
              <a:spcAft>
                <a:spcPts val="1200"/>
              </a:spcAft>
              <a:buChar char="•"/>
              <a:defRPr sz="2250" b="0">
                <a:solidFill>
                  <a:schemeClr val="tx1"/>
                </a:solidFill>
                <a:latin typeface="+mn-lt"/>
                <a:ea typeface="+mn-lt"/>
                <a:cs typeface="+mn-lt"/>
              </a:defRPr>
            </a:lvl9pPr>
          </a:lstStyle>
          <a:p xmlns:a="http://schemas.openxmlformats.org/drawingml/2006/main"/>
        </p:txBody>
      </p:sp>
    </p:spTree>
  </p:cSld>
</p:sldLayout>
</file>

<file path=ppt/slideLayouts/slideLayout4.xml><?xml version="1.0" encoding="utf-8"?>
<p:sldLayout xmlns:p="http://schemas.openxmlformats.org/presentationml/2006/main">
  <p:cSld name="Title and Two Column">
    <p:spTree>
      <p:nvGrpSpPr>
        <p:cNvPr id="1" name=""/>
        <p:cNvGrpSpPr/>
        <p:nvPr/>
      </p:nvGrpSpPr>
      <p:grpSpPr>
        <a:xfrm xmlns:a="http://schemas.openxmlformats.org/drawingml/2006/main"/>
      </p:grpSpPr>
      <p:sp>
        <p:nvSpPr>
          <p:cNvPr id="4" name="Title">
            <a:extLst xmlns:a="http://schemas.openxmlformats.org/drawingml/2006/main">
              <a:ext uri="{FF2B5EF4-FFF2-40B4-BE49-F238E27FC236}">
                <a16:creationId xmlns:a16="http://schemas.microsoft.com/office/drawing/2014/main" id="{3FDAE4FB-23C3-4EBA-BF97-F474517F2D35}"/>
              </a:ext>
            </a:extLst>
          </p:cNvPr>
          <p:cNvSpPr>
            <a:spLocks xmlns:a="http://schemas.openxmlformats.org/drawingml/2006/main" noGrp="1"/>
          </p:cNvSpPr>
          <p:nvPr>
            <p:ph type="title" idx="0"/>
          </p:nvPr>
        </p:nvSpPr>
        <p:spPr>
          <a:xfrm xmlns:a="http://schemas.openxmlformats.org/drawingml/2006/main">
            <a:off x="685800" y="533400"/>
            <a:ext cx="10820400" cy="838200"/>
          </a:xfrm>
          <a:prstGeom xmlns:a="http://schemas.openxmlformats.org/drawingml/2006/main" prst="rect">
            <a:avLst/>
          </a:prstGeom>
          <a:noFill xmlns:a="http://schemas.openxmlformats.org/drawingml/2006/main"/>
          <a:ln xmlns:a="http://schemas.openxmlformats.org/drawingml/2006/main">
            <a:noFill/>
            <a:prstDash val="solid"/>
          </a:ln>
        </p:spPr>
        <p:txBody>
          <a:bodyPr xmlns:a="http://schemas.openxmlformats.org/drawingml/2006/main" wrap="square" lIns="0" tIns="0" rIns="0" bIns="0" anchor="t">
            <a:normAutofit/>
          </a:bodyPr>
          <a:lstStyle xmlns:a="http://schemas.openxmlformats.org/drawingml/2006/main">
            <a:defPPr algn="l">
              <a:defRPr sz="3300" b="1">
                <a:solidFill>
                  <a:schemeClr val="tx1"/>
                </a:solidFill>
                <a:latin typeface="+mj-lt"/>
                <a:ea typeface="+mj-lt"/>
                <a:cs typeface="+mj-lt"/>
              </a:defRPr>
            </a:defPPr>
            <a:lvl1pPr marL="0" indent="0" algn="l">
              <a:lnSpc>
                <a:spcPct val="110000"/>
              </a:lnSpc>
              <a:spcBef>
                <a:spcPts val="0"/>
              </a:spcBef>
              <a:spcAft>
                <a:spcPts val="0"/>
              </a:spcAft>
              <a:buNone/>
              <a:defRPr sz="3300" b="1">
                <a:solidFill>
                  <a:schemeClr val="tx1"/>
                </a:solidFill>
                <a:latin typeface="+mj-lt"/>
                <a:ea typeface="+mj-lt"/>
                <a:cs typeface="+mj-lt"/>
              </a:defRPr>
            </a:lvl1pPr>
            <a:lvl2pPr marL="0" indent="0" algn="l">
              <a:lnSpc>
                <a:spcPct val="110000"/>
              </a:lnSpc>
              <a:spcBef>
                <a:spcPts val="0"/>
              </a:spcBef>
              <a:spcAft>
                <a:spcPts val="0"/>
              </a:spcAft>
              <a:buNone/>
              <a:defRPr sz="3300" b="1">
                <a:solidFill>
                  <a:schemeClr val="tx1"/>
                </a:solidFill>
                <a:latin typeface="+mj-lt"/>
                <a:ea typeface="+mj-lt"/>
                <a:cs typeface="+mj-lt"/>
              </a:defRPr>
            </a:lvl2pPr>
            <a:lvl3pPr marL="0" indent="0" algn="l">
              <a:lnSpc>
                <a:spcPct val="110000"/>
              </a:lnSpc>
              <a:spcBef>
                <a:spcPts val="0"/>
              </a:spcBef>
              <a:spcAft>
                <a:spcPts val="0"/>
              </a:spcAft>
              <a:buNone/>
              <a:defRPr sz="3300" b="1">
                <a:solidFill>
                  <a:schemeClr val="tx1"/>
                </a:solidFill>
                <a:latin typeface="+mj-lt"/>
                <a:ea typeface="+mj-lt"/>
                <a:cs typeface="+mj-lt"/>
              </a:defRPr>
            </a:lvl3pPr>
            <a:lvl4pPr marL="0" indent="0" algn="l">
              <a:lnSpc>
                <a:spcPct val="110000"/>
              </a:lnSpc>
              <a:spcBef>
                <a:spcPts val="0"/>
              </a:spcBef>
              <a:spcAft>
                <a:spcPts val="0"/>
              </a:spcAft>
              <a:buNone/>
              <a:defRPr sz="3300" b="1">
                <a:solidFill>
                  <a:schemeClr val="tx1"/>
                </a:solidFill>
                <a:latin typeface="+mj-lt"/>
                <a:ea typeface="+mj-lt"/>
                <a:cs typeface="+mj-lt"/>
              </a:defRPr>
            </a:lvl4pPr>
            <a:lvl5pPr marL="0" indent="0" algn="l">
              <a:lnSpc>
                <a:spcPct val="110000"/>
              </a:lnSpc>
              <a:spcBef>
                <a:spcPts val="0"/>
              </a:spcBef>
              <a:spcAft>
                <a:spcPts val="0"/>
              </a:spcAft>
              <a:buNone/>
              <a:defRPr sz="3300" b="1">
                <a:solidFill>
                  <a:schemeClr val="tx1"/>
                </a:solidFill>
                <a:latin typeface="+mj-lt"/>
                <a:ea typeface="+mj-lt"/>
                <a:cs typeface="+mj-lt"/>
              </a:defRPr>
            </a:lvl5pPr>
            <a:lvl6pPr marL="0" indent="0" algn="l">
              <a:lnSpc>
                <a:spcPct val="110000"/>
              </a:lnSpc>
              <a:spcBef>
                <a:spcPts val="0"/>
              </a:spcBef>
              <a:spcAft>
                <a:spcPts val="0"/>
              </a:spcAft>
              <a:buNone/>
              <a:defRPr sz="3300" b="1">
                <a:solidFill>
                  <a:schemeClr val="tx1"/>
                </a:solidFill>
                <a:latin typeface="+mj-lt"/>
                <a:ea typeface="+mj-lt"/>
                <a:cs typeface="+mj-lt"/>
              </a:defRPr>
            </a:lvl6pPr>
            <a:lvl7pPr marL="0" indent="0" algn="l">
              <a:lnSpc>
                <a:spcPct val="110000"/>
              </a:lnSpc>
              <a:spcBef>
                <a:spcPts val="0"/>
              </a:spcBef>
              <a:spcAft>
                <a:spcPts val="0"/>
              </a:spcAft>
              <a:buNone/>
              <a:defRPr sz="3300" b="1">
                <a:solidFill>
                  <a:schemeClr val="tx1"/>
                </a:solidFill>
                <a:latin typeface="+mj-lt"/>
                <a:ea typeface="+mj-lt"/>
                <a:cs typeface="+mj-lt"/>
              </a:defRPr>
            </a:lvl7pPr>
            <a:lvl8pPr marL="0" indent="0" algn="l">
              <a:lnSpc>
                <a:spcPct val="110000"/>
              </a:lnSpc>
              <a:spcBef>
                <a:spcPts val="0"/>
              </a:spcBef>
              <a:spcAft>
                <a:spcPts val="0"/>
              </a:spcAft>
              <a:buNone/>
              <a:defRPr sz="3300" b="1">
                <a:solidFill>
                  <a:schemeClr val="tx1"/>
                </a:solidFill>
                <a:latin typeface="+mj-lt"/>
                <a:ea typeface="+mj-lt"/>
                <a:cs typeface="+mj-lt"/>
              </a:defRPr>
            </a:lvl8pPr>
            <a:lvl9pPr marL="0" indent="0" algn="l">
              <a:lnSpc>
                <a:spcPct val="110000"/>
              </a:lnSpc>
              <a:spcBef>
                <a:spcPts val="0"/>
              </a:spcBef>
              <a:spcAft>
                <a:spcPts val="0"/>
              </a:spcAft>
              <a:buNone/>
              <a:defRPr sz="3300" b="1">
                <a:solidFill>
                  <a:schemeClr val="tx1"/>
                </a:solidFill>
                <a:latin typeface="+mj-lt"/>
                <a:ea typeface="+mj-lt"/>
                <a:cs typeface="+mj-lt"/>
              </a:defRPr>
            </a:lvl9pPr>
          </a:lstStyle>
          <a:p xmlns:a="http://schemas.openxmlformats.org/drawingml/2006/main"/>
        </p:txBody>
      </p:sp>
      <p:sp>
        <p:nvSpPr>
          <p:cNvPr id="2" name="Left column">
            <a:extLst xmlns:a="http://schemas.openxmlformats.org/drawingml/2006/main">
              <a:ext uri="{FF2B5EF4-FFF2-40B4-BE49-F238E27FC236}">
                <a16:creationId xmlns:a16="http://schemas.microsoft.com/office/drawing/2014/main" id="{6B8CDFB7-36E2-43EB-8B01-212870C975F9}"/>
              </a:ext>
            </a:extLst>
          </p:cNvPr>
          <p:cNvSpPr>
            <a:spLocks xmlns:a="http://schemas.openxmlformats.org/drawingml/2006/main" noGrp="1"/>
          </p:cNvSpPr>
          <p:nvPr>
            <p:ph type="body" idx="1"/>
          </p:nvPr>
        </p:nvSpPr>
        <p:spPr>
          <a:xfrm xmlns:a="http://schemas.openxmlformats.org/drawingml/2006/main">
            <a:off x="685800" y="1905000"/>
            <a:ext cx="5029200" cy="4267200"/>
          </a:xfrm>
          <a:prstGeom xmlns:a="http://schemas.openxmlformats.org/drawingml/2006/main" prst="rect">
            <a:avLst/>
          </a:prstGeom>
          <a:noFill xmlns:a="http://schemas.openxmlformats.org/drawingml/2006/main"/>
          <a:ln xmlns:a="http://schemas.openxmlformats.org/drawingml/2006/main">
            <a:noFill/>
            <a:prstDash val="solid"/>
          </a:ln>
        </p:spPr>
        <p:txBody>
          <a:bodyPr xmlns:a="http://schemas.openxmlformats.org/drawingml/2006/main" wrap="square" lIns="0" tIns="0" rIns="0" bIns="0" anchor="t">
            <a:normAutofit/>
          </a:bodyPr>
          <a:lstStyle xmlns:a="http://schemas.openxmlformats.org/drawingml/2006/main">
            <a:defPPr algn="l">
              <a:defRPr sz="2100" b="0">
                <a:solidFill>
                  <a:schemeClr val="tx1"/>
                </a:solidFill>
                <a:latin typeface="+mn-lt"/>
                <a:ea typeface="+mn-lt"/>
                <a:cs typeface="+mn-lt"/>
              </a:defRPr>
            </a:defPPr>
            <a:lvl1pPr marL="228600" indent="-228600" algn="l">
              <a:lnSpc>
                <a:spcPct val="110000"/>
              </a:lnSpc>
              <a:spcBef>
                <a:spcPts val="0"/>
              </a:spcBef>
              <a:spcAft>
                <a:spcPts val="1200"/>
              </a:spcAft>
              <a:buChar char="•"/>
              <a:defRPr sz="2100" b="0">
                <a:solidFill>
                  <a:schemeClr val="tx1"/>
                </a:solidFill>
                <a:latin typeface="+mn-lt"/>
                <a:ea typeface="+mn-lt"/>
                <a:cs typeface="+mn-lt"/>
              </a:defRPr>
            </a:lvl1pPr>
            <a:lvl2pPr marL="533400" indent="-228600" algn="l">
              <a:lnSpc>
                <a:spcPct val="110000"/>
              </a:lnSpc>
              <a:spcBef>
                <a:spcPts val="0"/>
              </a:spcBef>
              <a:spcAft>
                <a:spcPts val="1200"/>
              </a:spcAft>
              <a:buChar char="•"/>
              <a:defRPr sz="2100" b="0">
                <a:solidFill>
                  <a:schemeClr val="tx1"/>
                </a:solidFill>
                <a:latin typeface="+mn-lt"/>
                <a:ea typeface="+mn-lt"/>
                <a:cs typeface="+mn-lt"/>
              </a:defRPr>
            </a:lvl2pPr>
            <a:lvl3pPr marL="838200" indent="-228600" algn="l">
              <a:lnSpc>
                <a:spcPct val="110000"/>
              </a:lnSpc>
              <a:spcBef>
                <a:spcPts val="0"/>
              </a:spcBef>
              <a:spcAft>
                <a:spcPts val="1200"/>
              </a:spcAft>
              <a:buChar char="•"/>
              <a:defRPr sz="2100" b="0">
                <a:solidFill>
                  <a:schemeClr val="tx1"/>
                </a:solidFill>
                <a:latin typeface="+mn-lt"/>
                <a:ea typeface="+mn-lt"/>
                <a:cs typeface="+mn-lt"/>
              </a:defRPr>
            </a:lvl3pPr>
            <a:lvl4pPr marL="1143000" indent="-228600" algn="l">
              <a:lnSpc>
                <a:spcPct val="110000"/>
              </a:lnSpc>
              <a:spcBef>
                <a:spcPts val="0"/>
              </a:spcBef>
              <a:spcAft>
                <a:spcPts val="1200"/>
              </a:spcAft>
              <a:buChar char="•"/>
              <a:defRPr sz="2100" b="0">
                <a:solidFill>
                  <a:schemeClr val="tx1"/>
                </a:solidFill>
                <a:latin typeface="+mn-lt"/>
                <a:ea typeface="+mn-lt"/>
                <a:cs typeface="+mn-lt"/>
              </a:defRPr>
            </a:lvl4pPr>
            <a:lvl5pPr marL="1447800" indent="-228600" algn="l">
              <a:lnSpc>
                <a:spcPct val="110000"/>
              </a:lnSpc>
              <a:spcBef>
                <a:spcPts val="0"/>
              </a:spcBef>
              <a:spcAft>
                <a:spcPts val="1200"/>
              </a:spcAft>
              <a:buChar char="•"/>
              <a:defRPr sz="2100" b="0">
                <a:solidFill>
                  <a:schemeClr val="tx1"/>
                </a:solidFill>
                <a:latin typeface="+mn-lt"/>
                <a:ea typeface="+mn-lt"/>
                <a:cs typeface="+mn-lt"/>
              </a:defRPr>
            </a:lvl5pPr>
            <a:lvl6pPr marL="1752600" indent="-228600" algn="l">
              <a:lnSpc>
                <a:spcPct val="110000"/>
              </a:lnSpc>
              <a:spcBef>
                <a:spcPts val="0"/>
              </a:spcBef>
              <a:spcAft>
                <a:spcPts val="1200"/>
              </a:spcAft>
              <a:buChar char="•"/>
              <a:defRPr sz="2100" b="0">
                <a:solidFill>
                  <a:schemeClr val="tx1"/>
                </a:solidFill>
                <a:latin typeface="+mn-lt"/>
                <a:ea typeface="+mn-lt"/>
                <a:cs typeface="+mn-lt"/>
              </a:defRPr>
            </a:lvl6pPr>
            <a:lvl7pPr marL="2057400" indent="-228600" algn="l">
              <a:lnSpc>
                <a:spcPct val="110000"/>
              </a:lnSpc>
              <a:spcBef>
                <a:spcPts val="0"/>
              </a:spcBef>
              <a:spcAft>
                <a:spcPts val="1200"/>
              </a:spcAft>
              <a:buChar char="•"/>
              <a:defRPr sz="2100" b="0">
                <a:solidFill>
                  <a:schemeClr val="tx1"/>
                </a:solidFill>
                <a:latin typeface="+mn-lt"/>
                <a:ea typeface="+mn-lt"/>
                <a:cs typeface="+mn-lt"/>
              </a:defRPr>
            </a:lvl7pPr>
            <a:lvl8pPr marL="2362200" indent="-228600" algn="l">
              <a:lnSpc>
                <a:spcPct val="110000"/>
              </a:lnSpc>
              <a:spcBef>
                <a:spcPts val="0"/>
              </a:spcBef>
              <a:spcAft>
                <a:spcPts val="1200"/>
              </a:spcAft>
              <a:buChar char="•"/>
              <a:defRPr sz="2100" b="0">
                <a:solidFill>
                  <a:schemeClr val="tx1"/>
                </a:solidFill>
                <a:latin typeface="+mn-lt"/>
                <a:ea typeface="+mn-lt"/>
                <a:cs typeface="+mn-lt"/>
              </a:defRPr>
            </a:lvl8pPr>
            <a:lvl9pPr marL="2667000" indent="-228600" algn="l">
              <a:lnSpc>
                <a:spcPct val="110000"/>
              </a:lnSpc>
              <a:spcBef>
                <a:spcPts val="0"/>
              </a:spcBef>
              <a:spcAft>
                <a:spcPts val="1200"/>
              </a:spcAft>
              <a:buChar char="•"/>
              <a:defRPr sz="2100" b="0">
                <a:solidFill>
                  <a:schemeClr val="tx1"/>
                </a:solidFill>
                <a:latin typeface="+mn-lt"/>
                <a:ea typeface="+mn-lt"/>
                <a:cs typeface="+mn-lt"/>
              </a:defRPr>
            </a:lvl9pPr>
          </a:lstStyle>
          <a:p xmlns:a="http://schemas.openxmlformats.org/drawingml/2006/main"/>
        </p:txBody>
      </p:sp>
      <p:sp>
        <p:nvSpPr>
          <p:cNvPr id="3" name="Right column">
            <a:extLst xmlns:a="http://schemas.openxmlformats.org/drawingml/2006/main">
              <a:ext uri="{FF2B5EF4-FFF2-40B4-BE49-F238E27FC236}">
                <a16:creationId xmlns:a16="http://schemas.microsoft.com/office/drawing/2014/main" id="{069B3FD4-6254-4ACC-B95B-50C5071D0460}"/>
              </a:ext>
            </a:extLst>
          </p:cNvPr>
          <p:cNvSpPr>
            <a:spLocks xmlns:a="http://schemas.openxmlformats.org/drawingml/2006/main" noGrp="1"/>
          </p:cNvSpPr>
          <p:nvPr>
            <p:ph type="body" idx="2"/>
          </p:nvPr>
        </p:nvSpPr>
        <p:spPr>
          <a:xfrm xmlns:a="http://schemas.openxmlformats.org/drawingml/2006/main">
            <a:off x="6477000" y="1905000"/>
            <a:ext cx="5029200" cy="4267200"/>
          </a:xfrm>
          <a:prstGeom xmlns:a="http://schemas.openxmlformats.org/drawingml/2006/main" prst="rect">
            <a:avLst/>
          </a:prstGeom>
          <a:noFill xmlns:a="http://schemas.openxmlformats.org/drawingml/2006/main"/>
          <a:ln xmlns:a="http://schemas.openxmlformats.org/drawingml/2006/main">
            <a:noFill/>
            <a:prstDash val="solid"/>
          </a:ln>
        </p:spPr>
        <p:txBody>
          <a:bodyPr xmlns:a="http://schemas.openxmlformats.org/drawingml/2006/main" wrap="square" lIns="0" tIns="0" rIns="0" bIns="0" anchor="t">
            <a:normAutofit/>
          </a:bodyPr>
          <a:lstStyle xmlns:a="http://schemas.openxmlformats.org/drawingml/2006/main">
            <a:defPPr algn="l">
              <a:defRPr sz="2100" b="0">
                <a:solidFill>
                  <a:schemeClr val="tx1"/>
                </a:solidFill>
                <a:latin typeface="+mn-lt"/>
                <a:ea typeface="+mn-lt"/>
                <a:cs typeface="+mn-lt"/>
              </a:defRPr>
            </a:defPPr>
            <a:lvl1pPr marL="228600" indent="-228600" algn="l">
              <a:lnSpc>
                <a:spcPct val="110000"/>
              </a:lnSpc>
              <a:spcBef>
                <a:spcPts val="0"/>
              </a:spcBef>
              <a:spcAft>
                <a:spcPts val="1200"/>
              </a:spcAft>
              <a:buChar char="•"/>
              <a:defRPr sz="2100" b="0">
                <a:solidFill>
                  <a:schemeClr val="tx1"/>
                </a:solidFill>
                <a:latin typeface="+mn-lt"/>
                <a:ea typeface="+mn-lt"/>
                <a:cs typeface="+mn-lt"/>
              </a:defRPr>
            </a:lvl1pPr>
            <a:lvl2pPr marL="533400" indent="-228600" algn="l">
              <a:lnSpc>
                <a:spcPct val="110000"/>
              </a:lnSpc>
              <a:spcBef>
                <a:spcPts val="0"/>
              </a:spcBef>
              <a:spcAft>
                <a:spcPts val="1200"/>
              </a:spcAft>
              <a:buChar char="•"/>
              <a:defRPr sz="2100" b="0">
                <a:solidFill>
                  <a:schemeClr val="tx1"/>
                </a:solidFill>
                <a:latin typeface="+mn-lt"/>
                <a:ea typeface="+mn-lt"/>
                <a:cs typeface="+mn-lt"/>
              </a:defRPr>
            </a:lvl2pPr>
            <a:lvl3pPr marL="838200" indent="-228600" algn="l">
              <a:lnSpc>
                <a:spcPct val="110000"/>
              </a:lnSpc>
              <a:spcBef>
                <a:spcPts val="0"/>
              </a:spcBef>
              <a:spcAft>
                <a:spcPts val="1200"/>
              </a:spcAft>
              <a:buChar char="•"/>
              <a:defRPr sz="2100" b="0">
                <a:solidFill>
                  <a:schemeClr val="tx1"/>
                </a:solidFill>
                <a:latin typeface="+mn-lt"/>
                <a:ea typeface="+mn-lt"/>
                <a:cs typeface="+mn-lt"/>
              </a:defRPr>
            </a:lvl3pPr>
            <a:lvl4pPr marL="1143000" indent="-228600" algn="l">
              <a:lnSpc>
                <a:spcPct val="110000"/>
              </a:lnSpc>
              <a:spcBef>
                <a:spcPts val="0"/>
              </a:spcBef>
              <a:spcAft>
                <a:spcPts val="1200"/>
              </a:spcAft>
              <a:buChar char="•"/>
              <a:defRPr sz="2100" b="0">
                <a:solidFill>
                  <a:schemeClr val="tx1"/>
                </a:solidFill>
                <a:latin typeface="+mn-lt"/>
                <a:ea typeface="+mn-lt"/>
                <a:cs typeface="+mn-lt"/>
              </a:defRPr>
            </a:lvl4pPr>
            <a:lvl5pPr marL="1447800" indent="-228600" algn="l">
              <a:lnSpc>
                <a:spcPct val="110000"/>
              </a:lnSpc>
              <a:spcBef>
                <a:spcPts val="0"/>
              </a:spcBef>
              <a:spcAft>
                <a:spcPts val="1200"/>
              </a:spcAft>
              <a:buChar char="•"/>
              <a:defRPr sz="2100" b="0">
                <a:solidFill>
                  <a:schemeClr val="tx1"/>
                </a:solidFill>
                <a:latin typeface="+mn-lt"/>
                <a:ea typeface="+mn-lt"/>
                <a:cs typeface="+mn-lt"/>
              </a:defRPr>
            </a:lvl5pPr>
            <a:lvl6pPr marL="1752600" indent="-228600" algn="l">
              <a:lnSpc>
                <a:spcPct val="110000"/>
              </a:lnSpc>
              <a:spcBef>
                <a:spcPts val="0"/>
              </a:spcBef>
              <a:spcAft>
                <a:spcPts val="1200"/>
              </a:spcAft>
              <a:buChar char="•"/>
              <a:defRPr sz="2100" b="0">
                <a:solidFill>
                  <a:schemeClr val="tx1"/>
                </a:solidFill>
                <a:latin typeface="+mn-lt"/>
                <a:ea typeface="+mn-lt"/>
                <a:cs typeface="+mn-lt"/>
              </a:defRPr>
            </a:lvl6pPr>
            <a:lvl7pPr marL="2057400" indent="-228600" algn="l">
              <a:lnSpc>
                <a:spcPct val="110000"/>
              </a:lnSpc>
              <a:spcBef>
                <a:spcPts val="0"/>
              </a:spcBef>
              <a:spcAft>
                <a:spcPts val="1200"/>
              </a:spcAft>
              <a:buChar char="•"/>
              <a:defRPr sz="2100" b="0">
                <a:solidFill>
                  <a:schemeClr val="tx1"/>
                </a:solidFill>
                <a:latin typeface="+mn-lt"/>
                <a:ea typeface="+mn-lt"/>
                <a:cs typeface="+mn-lt"/>
              </a:defRPr>
            </a:lvl7pPr>
            <a:lvl8pPr marL="2362200" indent="-228600" algn="l">
              <a:lnSpc>
                <a:spcPct val="110000"/>
              </a:lnSpc>
              <a:spcBef>
                <a:spcPts val="0"/>
              </a:spcBef>
              <a:spcAft>
                <a:spcPts val="1200"/>
              </a:spcAft>
              <a:buChar char="•"/>
              <a:defRPr sz="2100" b="0">
                <a:solidFill>
                  <a:schemeClr val="tx1"/>
                </a:solidFill>
                <a:latin typeface="+mn-lt"/>
                <a:ea typeface="+mn-lt"/>
                <a:cs typeface="+mn-lt"/>
              </a:defRPr>
            </a:lvl8pPr>
            <a:lvl9pPr marL="2667000" indent="-228600" algn="l">
              <a:lnSpc>
                <a:spcPct val="110000"/>
              </a:lnSpc>
              <a:spcBef>
                <a:spcPts val="0"/>
              </a:spcBef>
              <a:spcAft>
                <a:spcPts val="1200"/>
              </a:spcAft>
              <a:buChar char="•"/>
              <a:defRPr sz="2100" b="0">
                <a:solidFill>
                  <a:schemeClr val="tx1"/>
                </a:solidFill>
                <a:latin typeface="+mn-lt"/>
                <a:ea typeface="+mn-lt"/>
                <a:cs typeface="+mn-lt"/>
              </a:defRPr>
            </a:lvl9pPr>
          </a:lstStyle>
          <a:p xmlns:a="http://schemas.openxmlformats.org/drawingml/2006/main"/>
        </p:txBody>
      </p:sp>
    </p:spTree>
  </p:cSld>
</p:sldLayout>
</file>

<file path=ppt/slideLayouts/slideLayout5.xml><?xml version="1.0" encoding="utf-8"?>
<p:sldLayout xmlns:p="http://schemas.openxmlformats.org/presentationml/2006/main">
  <p:cSld name="Title and One Column">
    <p:spTree>
      <p:nvGrpSpPr>
        <p:cNvPr id="1" name=""/>
        <p:cNvGrpSpPr/>
        <p:nvPr/>
      </p:nvGrpSpPr>
      <p:grpSpPr>
        <a:xfrm xmlns:a="http://schemas.openxmlformats.org/drawingml/2006/main"/>
      </p:grpSpPr>
      <p:sp>
        <p:nvSpPr>
          <p:cNvPr id="3" name="Title">
            <a:extLst xmlns:a="http://schemas.openxmlformats.org/drawingml/2006/main">
              <a:ext uri="{FF2B5EF4-FFF2-40B4-BE49-F238E27FC236}">
                <a16:creationId xmlns:a16="http://schemas.microsoft.com/office/drawing/2014/main" id="{B7CEDF47-A6E4-41A8-AEC3-BFFE1921BF18}"/>
              </a:ext>
            </a:extLst>
          </p:cNvPr>
          <p:cNvSpPr>
            <a:spLocks xmlns:a="http://schemas.openxmlformats.org/drawingml/2006/main" noGrp="1"/>
          </p:cNvSpPr>
          <p:nvPr>
            <p:ph type="title" idx="0"/>
          </p:nvPr>
        </p:nvSpPr>
        <p:spPr>
          <a:xfrm xmlns:a="http://schemas.openxmlformats.org/drawingml/2006/main">
            <a:off x="685800" y="533400"/>
            <a:ext cx="10820400" cy="838200"/>
          </a:xfrm>
          <a:prstGeom xmlns:a="http://schemas.openxmlformats.org/drawingml/2006/main" prst="rect">
            <a:avLst/>
          </a:prstGeom>
          <a:noFill xmlns:a="http://schemas.openxmlformats.org/drawingml/2006/main"/>
          <a:ln xmlns:a="http://schemas.openxmlformats.org/drawingml/2006/main">
            <a:noFill/>
            <a:prstDash val="solid"/>
          </a:ln>
        </p:spPr>
        <p:txBody>
          <a:bodyPr xmlns:a="http://schemas.openxmlformats.org/drawingml/2006/main" wrap="square" lIns="0" tIns="0" rIns="0" bIns="0" anchor="t">
            <a:normAutofit/>
          </a:bodyPr>
          <a:lstStyle xmlns:a="http://schemas.openxmlformats.org/drawingml/2006/main">
            <a:defPPr algn="l">
              <a:defRPr sz="3300" b="1">
                <a:solidFill>
                  <a:schemeClr val="tx1"/>
                </a:solidFill>
                <a:latin typeface="+mj-lt"/>
                <a:ea typeface="+mj-lt"/>
                <a:cs typeface="+mj-lt"/>
              </a:defRPr>
            </a:defPPr>
            <a:lvl1pPr marL="0" indent="0" algn="l">
              <a:lnSpc>
                <a:spcPct val="110000"/>
              </a:lnSpc>
              <a:spcBef>
                <a:spcPts val="0"/>
              </a:spcBef>
              <a:spcAft>
                <a:spcPts val="0"/>
              </a:spcAft>
              <a:buNone/>
              <a:defRPr sz="3300" b="1">
                <a:solidFill>
                  <a:schemeClr val="tx1"/>
                </a:solidFill>
                <a:latin typeface="+mj-lt"/>
                <a:ea typeface="+mj-lt"/>
                <a:cs typeface="+mj-lt"/>
              </a:defRPr>
            </a:lvl1pPr>
            <a:lvl2pPr marL="0" indent="0" algn="l">
              <a:lnSpc>
                <a:spcPct val="110000"/>
              </a:lnSpc>
              <a:spcBef>
                <a:spcPts val="0"/>
              </a:spcBef>
              <a:spcAft>
                <a:spcPts val="0"/>
              </a:spcAft>
              <a:buNone/>
              <a:defRPr sz="3300" b="1">
                <a:solidFill>
                  <a:schemeClr val="tx1"/>
                </a:solidFill>
                <a:latin typeface="+mj-lt"/>
                <a:ea typeface="+mj-lt"/>
                <a:cs typeface="+mj-lt"/>
              </a:defRPr>
            </a:lvl2pPr>
            <a:lvl3pPr marL="0" indent="0" algn="l">
              <a:lnSpc>
                <a:spcPct val="110000"/>
              </a:lnSpc>
              <a:spcBef>
                <a:spcPts val="0"/>
              </a:spcBef>
              <a:spcAft>
                <a:spcPts val="0"/>
              </a:spcAft>
              <a:buNone/>
              <a:defRPr sz="3300" b="1">
                <a:solidFill>
                  <a:schemeClr val="tx1"/>
                </a:solidFill>
                <a:latin typeface="+mj-lt"/>
                <a:ea typeface="+mj-lt"/>
                <a:cs typeface="+mj-lt"/>
              </a:defRPr>
            </a:lvl3pPr>
            <a:lvl4pPr marL="0" indent="0" algn="l">
              <a:lnSpc>
                <a:spcPct val="110000"/>
              </a:lnSpc>
              <a:spcBef>
                <a:spcPts val="0"/>
              </a:spcBef>
              <a:spcAft>
                <a:spcPts val="0"/>
              </a:spcAft>
              <a:buNone/>
              <a:defRPr sz="3300" b="1">
                <a:solidFill>
                  <a:schemeClr val="tx1"/>
                </a:solidFill>
                <a:latin typeface="+mj-lt"/>
                <a:ea typeface="+mj-lt"/>
                <a:cs typeface="+mj-lt"/>
              </a:defRPr>
            </a:lvl4pPr>
            <a:lvl5pPr marL="0" indent="0" algn="l">
              <a:lnSpc>
                <a:spcPct val="110000"/>
              </a:lnSpc>
              <a:spcBef>
                <a:spcPts val="0"/>
              </a:spcBef>
              <a:spcAft>
                <a:spcPts val="0"/>
              </a:spcAft>
              <a:buNone/>
              <a:defRPr sz="3300" b="1">
                <a:solidFill>
                  <a:schemeClr val="tx1"/>
                </a:solidFill>
                <a:latin typeface="+mj-lt"/>
                <a:ea typeface="+mj-lt"/>
                <a:cs typeface="+mj-lt"/>
              </a:defRPr>
            </a:lvl5pPr>
            <a:lvl6pPr marL="0" indent="0" algn="l">
              <a:lnSpc>
                <a:spcPct val="110000"/>
              </a:lnSpc>
              <a:spcBef>
                <a:spcPts val="0"/>
              </a:spcBef>
              <a:spcAft>
                <a:spcPts val="0"/>
              </a:spcAft>
              <a:buNone/>
              <a:defRPr sz="3300" b="1">
                <a:solidFill>
                  <a:schemeClr val="tx1"/>
                </a:solidFill>
                <a:latin typeface="+mj-lt"/>
                <a:ea typeface="+mj-lt"/>
                <a:cs typeface="+mj-lt"/>
              </a:defRPr>
            </a:lvl6pPr>
            <a:lvl7pPr marL="0" indent="0" algn="l">
              <a:lnSpc>
                <a:spcPct val="110000"/>
              </a:lnSpc>
              <a:spcBef>
                <a:spcPts val="0"/>
              </a:spcBef>
              <a:spcAft>
                <a:spcPts val="0"/>
              </a:spcAft>
              <a:buNone/>
              <a:defRPr sz="3300" b="1">
                <a:solidFill>
                  <a:schemeClr val="tx1"/>
                </a:solidFill>
                <a:latin typeface="+mj-lt"/>
                <a:ea typeface="+mj-lt"/>
                <a:cs typeface="+mj-lt"/>
              </a:defRPr>
            </a:lvl7pPr>
            <a:lvl8pPr marL="0" indent="0" algn="l">
              <a:lnSpc>
                <a:spcPct val="110000"/>
              </a:lnSpc>
              <a:spcBef>
                <a:spcPts val="0"/>
              </a:spcBef>
              <a:spcAft>
                <a:spcPts val="0"/>
              </a:spcAft>
              <a:buNone/>
              <a:defRPr sz="3300" b="1">
                <a:solidFill>
                  <a:schemeClr val="tx1"/>
                </a:solidFill>
                <a:latin typeface="+mj-lt"/>
                <a:ea typeface="+mj-lt"/>
                <a:cs typeface="+mj-lt"/>
              </a:defRPr>
            </a:lvl8pPr>
            <a:lvl9pPr marL="0" indent="0" algn="l">
              <a:lnSpc>
                <a:spcPct val="110000"/>
              </a:lnSpc>
              <a:spcBef>
                <a:spcPts val="0"/>
              </a:spcBef>
              <a:spcAft>
                <a:spcPts val="0"/>
              </a:spcAft>
              <a:buNone/>
              <a:defRPr sz="3300" b="1">
                <a:solidFill>
                  <a:schemeClr val="tx1"/>
                </a:solidFill>
                <a:latin typeface="+mj-lt"/>
                <a:ea typeface="+mj-lt"/>
                <a:cs typeface="+mj-lt"/>
              </a:defRPr>
            </a:lvl9pPr>
          </a:lstStyle>
          <a:p xmlns:a="http://schemas.openxmlformats.org/drawingml/2006/main"/>
        </p:txBody>
      </p:sp>
      <p:sp>
        <p:nvSpPr>
          <p:cNvPr id="2" name="Left column">
            <a:extLst xmlns:a="http://schemas.openxmlformats.org/drawingml/2006/main">
              <a:ext uri="{FF2B5EF4-FFF2-40B4-BE49-F238E27FC236}">
                <a16:creationId xmlns:a16="http://schemas.microsoft.com/office/drawing/2014/main" id="{BB847F9D-185E-4F7A-B00C-08C3D09B8617}"/>
              </a:ext>
            </a:extLst>
          </p:cNvPr>
          <p:cNvSpPr>
            <a:spLocks xmlns:a="http://schemas.openxmlformats.org/drawingml/2006/main" noGrp="1"/>
          </p:cNvSpPr>
          <p:nvPr>
            <p:ph type="body" idx="1"/>
          </p:nvPr>
        </p:nvSpPr>
        <p:spPr>
          <a:xfrm xmlns:a="http://schemas.openxmlformats.org/drawingml/2006/main">
            <a:off x="685800" y="1905000"/>
            <a:ext cx="5029200" cy="4267200"/>
          </a:xfrm>
          <a:prstGeom xmlns:a="http://schemas.openxmlformats.org/drawingml/2006/main" prst="rect">
            <a:avLst/>
          </a:prstGeom>
          <a:noFill xmlns:a="http://schemas.openxmlformats.org/drawingml/2006/main"/>
          <a:ln xmlns:a="http://schemas.openxmlformats.org/drawingml/2006/main">
            <a:noFill/>
            <a:prstDash val="solid"/>
          </a:ln>
        </p:spPr>
        <p:txBody>
          <a:bodyPr xmlns:a="http://schemas.openxmlformats.org/drawingml/2006/main" wrap="square" lIns="0" tIns="0" rIns="0" bIns="0" anchor="t">
            <a:normAutofit/>
          </a:bodyPr>
          <a:lstStyle xmlns:a="http://schemas.openxmlformats.org/drawingml/2006/main">
            <a:defPPr algn="l">
              <a:defRPr sz="2250" b="0">
                <a:solidFill>
                  <a:schemeClr val="tx1"/>
                </a:solidFill>
                <a:latin typeface="+mn-lt"/>
                <a:ea typeface="+mn-lt"/>
                <a:cs typeface="+mn-lt"/>
              </a:defRPr>
            </a:defPPr>
            <a:lvl1pPr marL="228600" indent="-228600" algn="l">
              <a:lnSpc>
                <a:spcPct val="110000"/>
              </a:lnSpc>
              <a:spcBef>
                <a:spcPts val="0"/>
              </a:spcBef>
              <a:spcAft>
                <a:spcPts val="1200"/>
              </a:spcAft>
              <a:buChar char="•"/>
              <a:defRPr sz="2250" b="0">
                <a:solidFill>
                  <a:schemeClr val="tx1"/>
                </a:solidFill>
                <a:latin typeface="+mn-lt"/>
                <a:ea typeface="+mn-lt"/>
                <a:cs typeface="+mn-lt"/>
              </a:defRPr>
            </a:lvl1pPr>
            <a:lvl2pPr marL="533400" indent="-228600" algn="l">
              <a:lnSpc>
                <a:spcPct val="110000"/>
              </a:lnSpc>
              <a:spcBef>
                <a:spcPts val="0"/>
              </a:spcBef>
              <a:spcAft>
                <a:spcPts val="1200"/>
              </a:spcAft>
              <a:buChar char="•"/>
              <a:defRPr sz="2250" b="0">
                <a:solidFill>
                  <a:schemeClr val="tx1"/>
                </a:solidFill>
                <a:latin typeface="+mn-lt"/>
                <a:ea typeface="+mn-lt"/>
                <a:cs typeface="+mn-lt"/>
              </a:defRPr>
            </a:lvl2pPr>
            <a:lvl3pPr marL="838200" indent="-228600" algn="l">
              <a:lnSpc>
                <a:spcPct val="110000"/>
              </a:lnSpc>
              <a:spcBef>
                <a:spcPts val="0"/>
              </a:spcBef>
              <a:spcAft>
                <a:spcPts val="1200"/>
              </a:spcAft>
              <a:buChar char="•"/>
              <a:defRPr sz="2250" b="0">
                <a:solidFill>
                  <a:schemeClr val="tx1"/>
                </a:solidFill>
                <a:latin typeface="+mn-lt"/>
                <a:ea typeface="+mn-lt"/>
                <a:cs typeface="+mn-lt"/>
              </a:defRPr>
            </a:lvl3pPr>
            <a:lvl4pPr marL="1143000" indent="-228600" algn="l">
              <a:lnSpc>
                <a:spcPct val="110000"/>
              </a:lnSpc>
              <a:spcBef>
                <a:spcPts val="0"/>
              </a:spcBef>
              <a:spcAft>
                <a:spcPts val="1200"/>
              </a:spcAft>
              <a:buChar char="•"/>
              <a:defRPr sz="2250" b="0">
                <a:solidFill>
                  <a:schemeClr val="tx1"/>
                </a:solidFill>
                <a:latin typeface="+mn-lt"/>
                <a:ea typeface="+mn-lt"/>
                <a:cs typeface="+mn-lt"/>
              </a:defRPr>
            </a:lvl4pPr>
            <a:lvl5pPr marL="1447800" indent="-228600" algn="l">
              <a:lnSpc>
                <a:spcPct val="110000"/>
              </a:lnSpc>
              <a:spcBef>
                <a:spcPts val="0"/>
              </a:spcBef>
              <a:spcAft>
                <a:spcPts val="1200"/>
              </a:spcAft>
              <a:buChar char="•"/>
              <a:defRPr sz="2250" b="0">
                <a:solidFill>
                  <a:schemeClr val="tx1"/>
                </a:solidFill>
                <a:latin typeface="+mn-lt"/>
                <a:ea typeface="+mn-lt"/>
                <a:cs typeface="+mn-lt"/>
              </a:defRPr>
            </a:lvl5pPr>
            <a:lvl6pPr marL="1752600" indent="-228600" algn="l">
              <a:lnSpc>
                <a:spcPct val="110000"/>
              </a:lnSpc>
              <a:spcBef>
                <a:spcPts val="0"/>
              </a:spcBef>
              <a:spcAft>
                <a:spcPts val="1200"/>
              </a:spcAft>
              <a:buChar char="•"/>
              <a:defRPr sz="2250" b="0">
                <a:solidFill>
                  <a:schemeClr val="tx1"/>
                </a:solidFill>
                <a:latin typeface="+mn-lt"/>
                <a:ea typeface="+mn-lt"/>
                <a:cs typeface="+mn-lt"/>
              </a:defRPr>
            </a:lvl6pPr>
            <a:lvl7pPr marL="2057400" indent="-228600" algn="l">
              <a:lnSpc>
                <a:spcPct val="110000"/>
              </a:lnSpc>
              <a:spcBef>
                <a:spcPts val="0"/>
              </a:spcBef>
              <a:spcAft>
                <a:spcPts val="1200"/>
              </a:spcAft>
              <a:buChar char="•"/>
              <a:defRPr sz="2250" b="0">
                <a:solidFill>
                  <a:schemeClr val="tx1"/>
                </a:solidFill>
                <a:latin typeface="+mn-lt"/>
                <a:ea typeface="+mn-lt"/>
                <a:cs typeface="+mn-lt"/>
              </a:defRPr>
            </a:lvl7pPr>
            <a:lvl8pPr marL="2362200" indent="-228600" algn="l">
              <a:lnSpc>
                <a:spcPct val="110000"/>
              </a:lnSpc>
              <a:spcBef>
                <a:spcPts val="0"/>
              </a:spcBef>
              <a:spcAft>
                <a:spcPts val="1200"/>
              </a:spcAft>
              <a:buChar char="•"/>
              <a:defRPr sz="2250" b="0">
                <a:solidFill>
                  <a:schemeClr val="tx1"/>
                </a:solidFill>
                <a:latin typeface="+mn-lt"/>
                <a:ea typeface="+mn-lt"/>
                <a:cs typeface="+mn-lt"/>
              </a:defRPr>
            </a:lvl8pPr>
            <a:lvl9pPr marL="2667000" indent="-228600" algn="l">
              <a:lnSpc>
                <a:spcPct val="110000"/>
              </a:lnSpc>
              <a:spcBef>
                <a:spcPts val="0"/>
              </a:spcBef>
              <a:spcAft>
                <a:spcPts val="1200"/>
              </a:spcAft>
              <a:buChar char="•"/>
              <a:defRPr sz="2250" b="0">
                <a:solidFill>
                  <a:schemeClr val="tx1"/>
                </a:solidFill>
                <a:latin typeface="+mn-lt"/>
                <a:ea typeface="+mn-lt"/>
                <a:cs typeface="+mn-lt"/>
              </a:defRPr>
            </a:lvl9pPr>
          </a:lstStyle>
          <a:p xmlns:a="http://schemas.openxmlformats.org/drawingml/2006/main"/>
        </p:txBody>
      </p:sp>
    </p:spTree>
  </p:cSld>
</p:sldLayout>
</file>

<file path=ppt/slideLayouts/slideLayout6.xml><?xml version="1.0" encoding="utf-8"?>
<p:sldLayout xmlns:p="http://schemas.openxmlformats.org/presentationml/2006/main" type="blank">
  <p:cSld name="Blank">
    <p:spTree>
      <p:nvGrpSpPr>
        <p:cNvPr id="1" name=""/>
        <p:cNvGrpSpPr/>
        <p:nvPr/>
      </p:nvGrpSpPr>
      <p:grpSpPr>
        <a:xfrm xmlns:a="http://schemas.openxmlformats.org/drawingml/2006/main"/>
      </p:grpSpPr>
    </p:spTree>
  </p:cSld>
</p:sldLayout>
</file>

<file path=ppt/slideMasters/_rels/slideMaster1.xml.rels>&#65279;<?xml version="1.0" encoding="utf-8"?><Relationships xmlns="http://schemas.openxmlformats.org/package/2006/relationships"><Relationship Type="http://schemas.openxmlformats.org/officeDocument/2006/relationships/theme" Target="/ppt/slideMasters/theme/theme2.xml" Id="R6c19b795ca0f4101" /><Relationship Type="http://schemas.openxmlformats.org/officeDocument/2006/relationships/slideLayout" Target="/ppt/slideLayouts/slideLayout1.xml" Id="R3b88e8ced06f46cc" /><Relationship Type="http://schemas.openxmlformats.org/officeDocument/2006/relationships/slideLayout" Target="/ppt/slideLayouts/slideLayout2.xml" Id="R36eb80ab931548e2" /><Relationship Type="http://schemas.openxmlformats.org/officeDocument/2006/relationships/slideLayout" Target="/ppt/slideLayouts/slideLayout3.xml" Id="R3c0c32554091402b" /><Relationship Type="http://schemas.openxmlformats.org/officeDocument/2006/relationships/slideLayout" Target="/ppt/slideLayouts/slideLayout4.xml" Id="Rd3d57b2abb0a4800" /><Relationship Type="http://schemas.openxmlformats.org/officeDocument/2006/relationships/slideLayout" Target="/ppt/slideLayouts/slideLayout5.xml" Id="Rf3c6db2c747648fc" /><Relationship Type="http://schemas.openxmlformats.org/officeDocument/2006/relationships/slideLayout" Target="/ppt/slideLayouts/slideLayout6.xml" Id="R6306acf2f8ed465c" /></Relationships>
</file>

<file path=ppt/slideMasters/slideMaster1.xml><?xml version="1.0" encoding="utf-8"?>
<p:sldMaster xmlns:p="http://schemas.openxmlformats.org/presentationml/2006/main">
  <p:cSld name="Master">
    <p:bg>
      <p:bgRef idx="1001">
        <a:schemeClr xmlns:a="http://schemas.openxmlformats.org/drawingml/2006/main" val="bg1"/>
      </p:bgRef>
    </p:bg>
    <p:spTree>
      <p:nvGrpSpPr>
        <p:cNvPr id="1" name=""/>
        <p:cNvGrpSpPr/>
        <p:nvPr/>
      </p:nvGrpSpPr>
      <p:grpSpPr>
        <a:xfrm xmlns:a="http://schemas.openxmlformats.org/drawingml/2006/main"/>
      </p:grpSpPr>
    </p:spTree>
  </p:cSld>
  <p:clrMap bg1="lt1" tx1="dk1" bg2="lt2" tx2="dk2" accent1="accent1" accent2="accent2" accent3="accent3" accent4="accent4" accent5="accent5" accent6="accent6" hlink="hlink" folHlink="folHlink"/>
  <p:sldLayoutIdLst>
    <p:sldLayoutId xmlns:r="http://schemas.openxmlformats.org/officeDocument/2006/relationships" id="2147483649" r:id="R3b88e8ced06f46cc"/>
    <p:sldLayoutId xmlns:r="http://schemas.openxmlformats.org/officeDocument/2006/relationships" id="2147483650" r:id="R36eb80ab931548e2"/>
    <p:sldLayoutId xmlns:r="http://schemas.openxmlformats.org/officeDocument/2006/relationships" id="2147483651" r:id="R3c0c32554091402b"/>
    <p:sldLayoutId xmlns:r="http://schemas.openxmlformats.org/officeDocument/2006/relationships" id="2147483652" r:id="Rd3d57b2abb0a4800"/>
    <p:sldLayoutId xmlns:r="http://schemas.openxmlformats.org/officeDocument/2006/relationships" id="2147483653" r:id="Rf3c6db2c747648fc"/>
    <p:sldLayoutId xmlns:r="http://schemas.openxmlformats.org/officeDocument/2006/relationships" id="2147483654" r:id="R6306acf2f8ed465c"/>
  </p:sldLayoutIdLst>
  <p:txStyles>
    <p:titleStyle>
      <a:lvl1pPr xmlns:a="http://schemas.openxmlformats.org/drawingml/2006/main" algn="l">
        <a:lnSpc>
          <a:spcPct val="90000"/>
        </a:lnSpc>
        <a:spcBef>
          <a:spcPts val="0"/>
        </a:spcBef>
        <a:buNone/>
        <a:defRPr sz="4400">
          <a:solidFill>
            <a:schemeClr val="tx1"/>
          </a:solidFill>
          <a:latin typeface="+mj-lt"/>
          <a:ea typeface="+mj-lt"/>
          <a:cs typeface="+mj-lt"/>
        </a:defRPr>
      </a:lvl1pPr>
    </p:titleStyle>
    <p:bodyStyle>
      <a:lvl1pPr xmlns:a="http://schemas.openxmlformats.org/drawingml/2006/main" marL="228600" indent="-228600" algn="l">
        <a:lnSpc>
          <a:spcPct val="90000"/>
        </a:lnSpc>
        <a:spcBef>
          <a:spcPts val="1000"/>
        </a:spcBef>
        <a:buChar char="•"/>
        <a:defRPr sz="2800">
          <a:solidFill>
            <a:schemeClr val="tx1"/>
          </a:solidFill>
          <a:latin typeface="+mn-lt"/>
          <a:ea typeface="+mn-lt"/>
          <a:cs typeface="+mn-lt"/>
        </a:defRPr>
      </a:lvl1pPr>
      <a:lvl2pPr xmlns:a="http://schemas.openxmlformats.org/drawingml/2006/main" marL="685800" indent="-228600" algn="l">
        <a:lnSpc>
          <a:spcPct val="90000"/>
        </a:lnSpc>
        <a:spcBef>
          <a:spcPts val="500"/>
        </a:spcBef>
        <a:buChar char="•"/>
        <a:defRPr sz="2400">
          <a:solidFill>
            <a:schemeClr val="tx1"/>
          </a:solidFill>
          <a:latin typeface="+mn-lt"/>
          <a:ea typeface="+mn-lt"/>
          <a:cs typeface="+mn-lt"/>
        </a:defRPr>
      </a:lvl2pPr>
      <a:lvl3pPr xmlns:a="http://schemas.openxmlformats.org/drawingml/2006/main" marL="1143000" indent="-228600" algn="l">
        <a:lnSpc>
          <a:spcPct val="90000"/>
        </a:lnSpc>
        <a:spcBef>
          <a:spcPts val="500"/>
        </a:spcBef>
        <a:buChar char="•"/>
        <a:defRPr sz="2000">
          <a:solidFill>
            <a:schemeClr val="tx1"/>
          </a:solidFill>
          <a:latin typeface="+mn-lt"/>
          <a:ea typeface="+mn-lt"/>
          <a:cs typeface="+mn-lt"/>
        </a:defRPr>
      </a:lvl3pPr>
      <a:lvl4pPr xmlns:a="http://schemas.openxmlformats.org/drawingml/2006/main" marL="1600200" indent="-228600" algn="l">
        <a:lnSpc>
          <a:spcPct val="90000"/>
        </a:lnSpc>
        <a:spcBef>
          <a:spcPts val="500"/>
        </a:spcBef>
        <a:buChar char="•"/>
        <a:defRPr sz="1800">
          <a:solidFill>
            <a:schemeClr val="tx1"/>
          </a:solidFill>
          <a:latin typeface="+mn-lt"/>
          <a:ea typeface="+mn-lt"/>
          <a:cs typeface="+mn-lt"/>
        </a:defRPr>
      </a:lvl4pPr>
      <a:lvl5pPr xmlns:a="http://schemas.openxmlformats.org/drawingml/2006/main" marL="2057400" indent="-228600" algn="l">
        <a:lnSpc>
          <a:spcPct val="90000"/>
        </a:lnSpc>
        <a:spcBef>
          <a:spcPts val="500"/>
        </a:spcBef>
        <a:buChar char="•"/>
        <a:defRPr sz="1800">
          <a:solidFill>
            <a:schemeClr val="tx1"/>
          </a:solidFill>
          <a:latin typeface="+mn-lt"/>
          <a:ea typeface="+mn-lt"/>
          <a:cs typeface="+mn-lt"/>
        </a:defRPr>
      </a:lvl5pPr>
      <a:lvl6pPr xmlns:a="http://schemas.openxmlformats.org/drawingml/2006/main" marL="2514600" indent="-228600" algn="l">
        <a:lnSpc>
          <a:spcPct val="90000"/>
        </a:lnSpc>
        <a:spcBef>
          <a:spcPts val="500"/>
        </a:spcBef>
        <a:buChar char="•"/>
        <a:defRPr sz="1800">
          <a:solidFill>
            <a:schemeClr val="tx1"/>
          </a:solidFill>
          <a:latin typeface="+mn-lt"/>
          <a:ea typeface="+mn-lt"/>
          <a:cs typeface="+mn-lt"/>
        </a:defRPr>
      </a:lvl6pPr>
      <a:lvl7pPr xmlns:a="http://schemas.openxmlformats.org/drawingml/2006/main" marL="2971800" indent="-228600" algn="l">
        <a:lnSpc>
          <a:spcPct val="90000"/>
        </a:lnSpc>
        <a:spcBef>
          <a:spcPts val="500"/>
        </a:spcBef>
        <a:buChar char="•"/>
        <a:defRPr sz="1800">
          <a:solidFill>
            <a:schemeClr val="tx1"/>
          </a:solidFill>
          <a:latin typeface="+mn-lt"/>
          <a:ea typeface="+mn-lt"/>
          <a:cs typeface="+mn-lt"/>
        </a:defRPr>
      </a:lvl7pPr>
      <a:lvl8pPr xmlns:a="http://schemas.openxmlformats.org/drawingml/2006/main" marL="3429000" indent="-228600" algn="l">
        <a:lnSpc>
          <a:spcPct val="90000"/>
        </a:lnSpc>
        <a:spcBef>
          <a:spcPts val="500"/>
        </a:spcBef>
        <a:buChar char="•"/>
        <a:defRPr sz="1800">
          <a:solidFill>
            <a:schemeClr val="tx1"/>
          </a:solidFill>
          <a:latin typeface="+mn-lt"/>
          <a:ea typeface="+mn-lt"/>
          <a:cs typeface="+mn-lt"/>
        </a:defRPr>
      </a:lvl8pPr>
      <a:lvl9pPr xmlns:a="http://schemas.openxmlformats.org/drawingml/2006/main" marL="3886200" indent="-228600" algn="l">
        <a:lnSpc>
          <a:spcPct val="90000"/>
        </a:lnSpc>
        <a:spcBef>
          <a:spcPts val="500"/>
        </a:spcBef>
        <a:buChar char="•"/>
        <a:defRPr sz="1800">
          <a:solidFill>
            <a:schemeClr val="tx1"/>
          </a:solidFill>
          <a:latin typeface="+mn-lt"/>
          <a:ea typeface="+mn-lt"/>
          <a:cs typeface="+mn-lt"/>
        </a:defRPr>
      </a:lvl9pPr>
    </p:bodyStyle>
    <p:otherStyle>
      <a:lvl1pPr xmlns:a="http://schemas.openxmlformats.org/drawingml/2006/main" marL="0" algn="l">
        <a:buNone/>
        <a:defRPr sz="1800">
          <a:solidFill>
            <a:schemeClr val="tx1"/>
          </a:solidFill>
          <a:latin typeface="+mn-lt"/>
          <a:ea typeface="+mn-lt"/>
          <a:cs typeface="+mn-lt"/>
        </a:defRPr>
      </a:lvl1pPr>
      <a:lvl2pPr xmlns:a="http://schemas.openxmlformats.org/drawingml/2006/main" marL="457200" algn="l">
        <a:buNone/>
        <a:defRPr sz="1800">
          <a:solidFill>
            <a:schemeClr val="tx1"/>
          </a:solidFill>
          <a:latin typeface="+mn-lt"/>
          <a:ea typeface="+mn-lt"/>
          <a:cs typeface="+mn-lt"/>
        </a:defRPr>
      </a:lvl2pPr>
      <a:lvl3pPr xmlns:a="http://schemas.openxmlformats.org/drawingml/2006/main" marL="914400" algn="l">
        <a:buNone/>
        <a:defRPr sz="1800">
          <a:solidFill>
            <a:schemeClr val="tx1"/>
          </a:solidFill>
          <a:latin typeface="+mn-lt"/>
          <a:ea typeface="+mn-lt"/>
          <a:cs typeface="+mn-lt"/>
        </a:defRPr>
      </a:lvl3pPr>
      <a:lvl4pPr xmlns:a="http://schemas.openxmlformats.org/drawingml/2006/main" marL="1371600" algn="l">
        <a:buNone/>
        <a:defRPr sz="1800">
          <a:solidFill>
            <a:schemeClr val="tx1"/>
          </a:solidFill>
          <a:latin typeface="+mn-lt"/>
          <a:ea typeface="+mn-lt"/>
          <a:cs typeface="+mn-lt"/>
        </a:defRPr>
      </a:lvl4pPr>
      <a:lvl5pPr xmlns:a="http://schemas.openxmlformats.org/drawingml/2006/main" marL="1828800" algn="l">
        <a:buNone/>
        <a:defRPr sz="1800">
          <a:solidFill>
            <a:schemeClr val="tx1"/>
          </a:solidFill>
          <a:latin typeface="+mn-lt"/>
          <a:ea typeface="+mn-lt"/>
          <a:cs typeface="+mn-lt"/>
        </a:defRPr>
      </a:lvl5pPr>
      <a:lvl6pPr xmlns:a="http://schemas.openxmlformats.org/drawingml/2006/main" marL="2286000" algn="l">
        <a:buNone/>
        <a:defRPr sz="1800">
          <a:solidFill>
            <a:schemeClr val="tx1"/>
          </a:solidFill>
          <a:latin typeface="+mn-lt"/>
          <a:ea typeface="+mn-lt"/>
          <a:cs typeface="+mn-lt"/>
        </a:defRPr>
      </a:lvl6pPr>
      <a:lvl7pPr xmlns:a="http://schemas.openxmlformats.org/drawingml/2006/main" marL="2743200" algn="l">
        <a:buNone/>
        <a:defRPr sz="1800">
          <a:solidFill>
            <a:schemeClr val="tx1"/>
          </a:solidFill>
          <a:latin typeface="+mn-lt"/>
          <a:ea typeface="+mn-lt"/>
          <a:cs typeface="+mn-lt"/>
        </a:defRPr>
      </a:lvl7pPr>
      <a:lvl8pPr xmlns:a="http://schemas.openxmlformats.org/drawingml/2006/main" marL="3200400" algn="l">
        <a:buNone/>
        <a:defRPr sz="1800">
          <a:solidFill>
            <a:schemeClr val="tx1"/>
          </a:solidFill>
          <a:latin typeface="+mn-lt"/>
          <a:ea typeface="+mn-lt"/>
          <a:cs typeface="+mn-lt"/>
        </a:defRPr>
      </a:lvl8pPr>
      <a:lvl9pPr xmlns:a="http://schemas.openxmlformats.org/drawingml/2006/main" marL="3657600" algn="l">
        <a:buNone/>
        <a:defRPr sz="1800">
          <a:solidFill>
            <a:schemeClr val="tx1"/>
          </a:solidFill>
          <a:latin typeface="+mn-lt"/>
          <a:ea typeface="+mn-lt"/>
          <a:cs typeface="+mn-lt"/>
        </a:defRPr>
      </a:lvl9pPr>
    </p:otherStyle>
  </p:txStyles>
</p:sldMaster>
</file>

<file path=ppt/slideMasters/theme/theme2.xml><?xml version="1.0" encoding="utf-8"?>
<a:theme xmlns:a="http://schemas.openxmlformats.org/drawingml/2006/main" name="ChatGPT">
  <a:themeElements>
    <a:clrScheme name="ChatGPT">
      <a:dk1>
        <a:srgbClr val="000000"/>
      </a:dk1>
      <a:lt1>
        <a:srgbClr val="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
      <a:majorFont>
        <a:latin typeface="Aptos"/>
        <a:ea typeface=""/>
        <a:cs typeface=""/>
      </a:majorFont>
      <a:minorFont>
        <a:latin typeface="Aptos"/>
        <a:ea typeface=""/>
        <a:cs typeface=""/>
      </a:minorFont>
    </a:fontScheme>
    <a:fmtScheme name="ChatGPT">
      <a:fillStyleLst>
        <a:solidFill>
          <a:schemeClr val="phClr"/>
        </a:solidFill>
        <a:gradFill>
          <a:gsLst>
            <a:gs pos="0">
              <a:schemeClr val="phClr">
                <a:tint val="67000"/>
                <a:lumMod val="110000"/>
                <a:satMod val="105000"/>
              </a:schemeClr>
            </a:gs>
            <a:gs pos="50000">
              <a:schemeClr val="phClr">
                <a:tint val="73000"/>
                <a:lumMod val="105000"/>
                <a:satMod val="103000"/>
              </a:schemeClr>
            </a:gs>
            <a:gs pos="100000">
              <a:schemeClr val="phClr">
                <a:tint val="81000"/>
                <a:lumMod val="105000"/>
                <a:satMod val="109000"/>
              </a:schemeClr>
            </a:gs>
          </a:gsLst>
          <a:lin ang="5400000" scaled="0"/>
        </a:gradFill>
        <a:gradFill>
          <a:gsLst>
            <a:gs pos="0">
              <a:schemeClr val="phClr">
                <a:tint val="94000"/>
                <a:lumMod val="102000"/>
                <a:satMod val="103000"/>
              </a:schemeClr>
            </a:gs>
            <a:gs pos="50000">
              <a:schemeClr val="phClr">
                <a:shade val="100000"/>
                <a:lumMod val="100000"/>
                <a:satMod val="110000"/>
              </a:schemeClr>
            </a:gs>
            <a:gs pos="100000">
              <a:schemeClr val="phClr">
                <a:shade val="78000"/>
                <a:lumMod val="99000"/>
                <a:satMod val="120000"/>
              </a:schemeClr>
            </a:gs>
          </a:gsLst>
          <a:lin ang="5400000" scaled="0"/>
        </a:gradFill>
      </a:fillStyleLst>
      <a:lnStyleLst>
        <a:ln w="12700">
          <a:solidFill>
            <a:schemeClr val="phClr"/>
          </a:solidFill>
          <a:prstDash val="solid"/>
        </a:ln>
        <a:ln w="19050">
          <a:solidFill>
            <a:schemeClr val="phClr"/>
          </a:solidFill>
          <a:prstDash val="solid"/>
        </a:ln>
        <a:ln w="25400">
          <a:solidFill>
            <a:schemeClr val="phClr"/>
          </a:solidFill>
          <a:prstDash val="solid"/>
        </a:ln>
      </a:lnStyleLst>
      <a:effectStyleLst>
        <a:effectStyle>
          <a:effectLst/>
        </a:effectStyle>
        <a:effectStyle>
          <a:effectLst/>
        </a:effectStyle>
        <a:effectStyle>
          <a:effectLst>
            <a:outerShdw blurRad="57150" dist="19050" dir="5400000">
              <a:srgbClr val="000000">
                <a:alpha val="16000"/>
              </a:srgbClr>
            </a:outerShdw>
          </a:effectLst>
        </a:effectStyle>
        <a:effectStyle>
          <a:effectLst>
            <a:outerShdw blurRad="19050" dist="9525" dir="5400000">
              <a:srgbClr val="000000">
                <a:alpha val="6000"/>
              </a:srgbClr>
            </a:outerShdw>
          </a:effectLst>
        </a:effectStyle>
        <a:effectStyle>
          <a:effectLst>
            <a:outerShdw blurRad="28575" dist="9525" dir="5400000">
              <a:srgbClr val="000000">
                <a:alpha val="8000"/>
              </a:srgbClr>
            </a:outerShdw>
          </a:effectLst>
        </a:effectStyle>
        <a:effectStyle>
          <a:effectLst>
            <a:outerShdw blurRad="57150" dist="19050" dir="5400000">
              <a:srgbClr val="000000">
                <a:alpha val="10000"/>
              </a:srgbClr>
            </a:outerShdw>
          </a:effectLst>
        </a:effectStyle>
        <a:effectStyle>
          <a:effectLst>
            <a:outerShdw blurRad="114300" dist="38100" dir="5400000">
              <a:srgbClr val="000000">
                <a:alpha val="12000"/>
              </a:srgbClr>
            </a:outerShdw>
          </a:effectLst>
        </a:effectStyle>
        <a:effectStyle>
          <a:effectLst>
            <a:outerShdw blurRad="171450" dist="57150" dir="5400000">
              <a:srgbClr val="000000">
                <a:alpha val="16000"/>
              </a:srgbClr>
            </a:outerShdw>
          </a:effectLst>
        </a:effectStyle>
        <a:effectStyle>
          <a:effectLst>
            <a:outerShdw blurRad="266700" dist="95250" dir="5400000">
              <a:srgbClr val="000000">
                <a:alpha val="24000"/>
              </a:srgbClr>
            </a:outerShdw>
          </a:effectLst>
        </a:effectStyle>
      </a:effectStyleLst>
      <a:bgFillStyleLst>
        <a:solidFill>
          <a:schemeClr val="phClr"/>
        </a:solidFill>
        <a:solidFill>
          <a:schemeClr val="phClr">
            <a:tint val="95000"/>
            <a:satMod val="170000"/>
          </a:schemeClr>
        </a:solidFill>
        <a:gradFill>
          <a:gsLst>
            <a:gs pos="0">
              <a:schemeClr val="phClr">
                <a:tint val="93000"/>
                <a:shade val="98000"/>
                <a:lumMod val="102000"/>
                <a:satMod val="150000"/>
              </a:schemeClr>
            </a:gs>
            <a:gs pos="50000">
              <a:schemeClr val="phClr">
                <a:tint val="98000"/>
                <a:shade val="90000"/>
                <a:lumMod val="103000"/>
                <a:satMod val="130000"/>
              </a:schemeClr>
            </a:gs>
            <a:gs pos="100000">
              <a:schemeClr val="phClr">
                <a:shade val="63000"/>
                <a:satMod val="120000"/>
              </a:schemeClr>
            </a:gs>
          </a:gsLst>
          <a:lin ang="5400000" scaled="0"/>
        </a:gradFill>
      </a:bgFillStyleLst>
    </a:fmtScheme>
  </a:themeElements>
</a:theme>
</file>

<file path=ppt/slides/_rels/slide1.xml.rels>&#65279;<?xml version="1.0" encoding="utf-8"?><Relationships xmlns="http://schemas.openxmlformats.org/package/2006/relationships"><Relationship Type="http://schemas.openxmlformats.org/officeDocument/2006/relationships/slideLayout" Target="/ppt/slideLayouts/slideLayout6.xml" Id="R4f479e2cda5f489c" /><Relationship Type="http://schemas.openxmlformats.org/officeDocument/2006/relationships/notesSlide" Target="/ppt/notesSlides/notesSlide1.xml" Id="R8c3b64bf440540d8" /></Relationships>
</file>

<file path=ppt/slides/_rels/slide2.xml.rels>&#65279;<?xml version="1.0" encoding="utf-8"?><Relationships xmlns="http://schemas.openxmlformats.org/package/2006/relationships"><Relationship Type="http://schemas.openxmlformats.org/officeDocument/2006/relationships/slideLayout" Target="/ppt/slideLayouts/slideLayout6.xml" Id="R1d9d82ac9e8a4c03" /><Relationship Type="http://schemas.openxmlformats.org/officeDocument/2006/relationships/notesSlide" Target="/ppt/notesSlides/notesSlide2.xml" Id="R55f9b3b89d874561" /></Relationships>
</file>

<file path=ppt/slides/slide1.xml><?xml version="1.0" encoding="utf-8"?>
<p:sld xmlns:p="http://schemas.openxmlformats.org/presentationml/2006/main">
  <p:cSld>
    <p:bg>
      <p:bgPr>
        <a:solidFill xmlns:a="http://schemas.openxmlformats.org/drawingml/2006/main">
          <a:srgbClr val="FFFEFC"/>
        </a:solidFill>
      </p:bgPr>
    </p:bg>
    <p:spTree>
      <p:nvGrpSpPr>
        <p:cNvPr id="1" name=""/>
        <p:cNvGrpSpPr/>
        <p:nvPr/>
      </p:nvGrpSpPr>
      <p:grpSpPr>
        <a:xfrm xmlns:a="http://schemas.openxmlformats.org/drawingml/2006/main"/>
      </p:grpSpPr>
      <p:cxnSp>
        <p:nvCxnSpPr>
          <p:cNvPr id="20" name="">
            <a:extLst xmlns:a="http://schemas.openxmlformats.org/drawingml/2006/main">
              <a:ext uri="{FF2B5EF4-FFF2-40B4-BE49-F238E27FC236}">
                <a16:creationId xmlns:a16="http://schemas.microsoft.com/office/drawing/2014/main" id="{55738FBB-5075-46A5-8A8F-D8C111C2CFE8}"/>
              </a:ext>
            </a:extLst>
          </p:cNvPr>
          <p:cNvCxnSpPr>
            <a:stCxn xmlns:a="http://schemas.openxmlformats.org/drawingml/2006/main" id="2" idx="6"/>
            <a:endCxn xmlns:a="http://schemas.openxmlformats.org/drawingml/2006/main" id="19" idx="1"/>
          </p:cNvCxnSpPr>
          <p:nvPr/>
        </p:nvCxnSpPr>
        <p:spPr>
          <a:xfrm xmlns:a="http://schemas.openxmlformats.org/drawingml/2006/main" rot="16200000" flipH="1">
            <a:off x="7224713" y="3643313"/>
            <a:ext cx="1209675" cy="952500"/>
          </a:xfrm>
          <a:prstGeom xmlns:a="http://schemas.openxmlformats.org/drawingml/2006/main" prst="curvedConnector3">
            <a:avLst>
              <a:gd name="adj1" fmla="val 50000"/>
            </a:avLst>
          </a:prstGeom>
          <a:ln xmlns:a="http://schemas.openxmlformats.org/drawingml/2006/main" w="21908">
            <a:solidFill>
              <a:srgbClr val="9D9CF4"/>
            </a:solidFill>
            <a:prstDash val="solid"/>
          </a:ln>
        </p:spPr>
      </p:cxnSp>
      <p:cxnSp>
        <p:nvCxnSpPr>
          <p:cNvPr id="15" name="">
            <a:extLst xmlns:a="http://schemas.openxmlformats.org/drawingml/2006/main">
              <a:ext uri="{FF2B5EF4-FFF2-40B4-BE49-F238E27FC236}">
                <a16:creationId xmlns:a16="http://schemas.microsoft.com/office/drawing/2014/main" id="{4EF07BD8-2BEC-4F31-B555-742DAA33136F}"/>
              </a:ext>
            </a:extLst>
          </p:cNvPr>
          <p:cNvCxnSpPr>
            <a:stCxn xmlns:a="http://schemas.openxmlformats.org/drawingml/2006/main" id="2" idx="2"/>
            <a:endCxn xmlns:a="http://schemas.openxmlformats.org/drawingml/2006/main" id="14" idx="3"/>
          </p:cNvCxnSpPr>
          <p:nvPr/>
        </p:nvCxnSpPr>
        <p:spPr>
          <a:xfrm xmlns:a="http://schemas.openxmlformats.org/drawingml/2006/main" rot="5400000">
            <a:off x="3757613" y="3643313"/>
            <a:ext cx="1209675" cy="952500"/>
          </a:xfrm>
          <a:prstGeom xmlns:a="http://schemas.openxmlformats.org/drawingml/2006/main" prst="curvedConnector3">
            <a:avLst>
              <a:gd name="adj1" fmla="val 50000"/>
            </a:avLst>
          </a:prstGeom>
          <a:ln xmlns:a="http://schemas.openxmlformats.org/drawingml/2006/main" w="21908">
            <a:solidFill>
              <a:srgbClr val="F58F9C"/>
            </a:solidFill>
            <a:prstDash val="solid"/>
          </a:ln>
        </p:spPr>
      </p:cxnSp>
      <p:cxnSp>
        <p:nvCxnSpPr>
          <p:cNvPr id="10" name="">
            <a:extLst xmlns:a="http://schemas.openxmlformats.org/drawingml/2006/main">
              <a:ext uri="{FF2B5EF4-FFF2-40B4-BE49-F238E27FC236}">
                <a16:creationId xmlns:a16="http://schemas.microsoft.com/office/drawing/2014/main" id="{7BAF0E2B-705B-401D-8306-642A44F5B3FF}"/>
              </a:ext>
            </a:extLst>
          </p:cNvPr>
          <p:cNvCxnSpPr>
            <a:stCxn xmlns:a="http://schemas.openxmlformats.org/drawingml/2006/main" id="2" idx="6"/>
            <a:endCxn xmlns:a="http://schemas.openxmlformats.org/drawingml/2006/main" id="9" idx="1"/>
          </p:cNvCxnSpPr>
          <p:nvPr/>
        </p:nvCxnSpPr>
        <p:spPr>
          <a:xfrm xmlns:a="http://schemas.openxmlformats.org/drawingml/2006/main" rot="5400000">
            <a:off x="7005638" y="2214563"/>
            <a:ext cx="1647825" cy="952500"/>
          </a:xfrm>
          <a:prstGeom xmlns:a="http://schemas.openxmlformats.org/drawingml/2006/main" prst="curvedConnector3">
            <a:avLst>
              <a:gd name="adj1" fmla="val 50000"/>
            </a:avLst>
          </a:prstGeom>
          <a:ln xmlns:a="http://schemas.openxmlformats.org/drawingml/2006/main" w="21908">
            <a:solidFill>
              <a:srgbClr val="9D9CF4"/>
            </a:solidFill>
            <a:prstDash val="solid"/>
          </a:ln>
        </p:spPr>
      </p:cxnSp>
      <p:cxnSp>
        <p:nvCxnSpPr>
          <p:cNvPr id="5" name="">
            <a:extLst xmlns:a="http://schemas.openxmlformats.org/drawingml/2006/main">
              <a:ext uri="{FF2B5EF4-FFF2-40B4-BE49-F238E27FC236}">
                <a16:creationId xmlns:a16="http://schemas.microsoft.com/office/drawing/2014/main" id="{241D9F89-51FE-4EC5-96C6-CA7D1F88793A}"/>
              </a:ext>
            </a:extLst>
          </p:cNvPr>
          <p:cNvCxnSpPr>
            <a:stCxn xmlns:a="http://schemas.openxmlformats.org/drawingml/2006/main" id="2" idx="2"/>
            <a:endCxn xmlns:a="http://schemas.openxmlformats.org/drawingml/2006/main" id="4" idx="3"/>
          </p:cNvCxnSpPr>
          <p:nvPr/>
        </p:nvCxnSpPr>
        <p:spPr>
          <a:xfrm xmlns:a="http://schemas.openxmlformats.org/drawingml/2006/main" rot="16200000" flipH="1">
            <a:off x="3538538" y="2214563"/>
            <a:ext cx="1647825" cy="952500"/>
          </a:xfrm>
          <a:prstGeom xmlns:a="http://schemas.openxmlformats.org/drawingml/2006/main" prst="curvedConnector3">
            <a:avLst>
              <a:gd name="adj1" fmla="val 50000"/>
            </a:avLst>
          </a:prstGeom>
          <a:ln xmlns:a="http://schemas.openxmlformats.org/drawingml/2006/main" w="21908">
            <a:solidFill>
              <a:srgbClr val="9D9CF4"/>
            </a:solidFill>
            <a:prstDash val="solid"/>
          </a:ln>
        </p:spPr>
      </p:cxnSp>
      <p:sp>
        <p:nvSpPr>
          <p:cNvPr id="24" name="Diagram title">
            <a:extLst xmlns:a="http://schemas.openxmlformats.org/drawingml/2006/main">
              <a:ext uri="{FF2B5EF4-FFF2-40B4-BE49-F238E27FC236}">
                <a16:creationId xmlns:a16="http://schemas.microsoft.com/office/drawing/2014/main" id="{FF0F0BB1-CF6B-44A8-A20E-248C6C7F9B2A}"/>
              </a:ext>
            </a:extLst>
          </p:cNvPr>
          <p:cNvSpPr>
            <a:spLocks xmlns:a="http://schemas.openxmlformats.org/drawingml/2006/main" noGrp="1"/>
          </p:cNvSpPr>
          <p:nvPr/>
        </p:nvSpPr>
        <p:spPr>
          <a:xfrm xmlns:a="http://schemas.openxmlformats.org/drawingml/2006/main">
            <a:off x="609600" y="381000"/>
            <a:ext cx="10972800" cy="666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lstStyle xmlns:a="http://schemas.openxmlformats.org/drawingml/2006/main">
            <a:defPPr algn="l">
              <a:defRPr sz="3450">
                <a:solidFill>
                  <a:srgbClr val="2E267C"/>
                </a:solidFill>
                <a:latin typeface="Georgia"/>
                <a:ea typeface="Georgia"/>
                <a:cs typeface="Georgia"/>
              </a:defRPr>
            </a:defPPr>
            <a:lvl1pPr algn="l">
              <a:defRPr sz="3450">
                <a:solidFill>
                  <a:srgbClr val="2E267C"/>
                </a:solidFill>
                <a:latin typeface="Georgia"/>
                <a:ea typeface="Georgia"/>
                <a:cs typeface="Georgia"/>
              </a:defRPr>
            </a:lvl1pPr>
            <a:lvl2pPr algn="l">
              <a:defRPr sz="3450">
                <a:solidFill>
                  <a:srgbClr val="2E267C"/>
                </a:solidFill>
                <a:latin typeface="Georgia"/>
                <a:ea typeface="Georgia"/>
                <a:cs typeface="Georgia"/>
              </a:defRPr>
            </a:lvl2pPr>
            <a:lvl3pPr algn="l">
              <a:defRPr sz="3450">
                <a:solidFill>
                  <a:srgbClr val="2E267C"/>
                </a:solidFill>
                <a:latin typeface="Georgia"/>
                <a:ea typeface="Georgia"/>
                <a:cs typeface="Georgia"/>
              </a:defRPr>
            </a:lvl3pPr>
            <a:lvl4pPr algn="l">
              <a:defRPr sz="3450">
                <a:solidFill>
                  <a:srgbClr val="2E267C"/>
                </a:solidFill>
                <a:latin typeface="Georgia"/>
                <a:ea typeface="Georgia"/>
                <a:cs typeface="Georgia"/>
              </a:defRPr>
            </a:lvl4pPr>
            <a:lvl5pPr algn="l">
              <a:defRPr sz="3450">
                <a:solidFill>
                  <a:srgbClr val="2E267C"/>
                </a:solidFill>
                <a:latin typeface="Georgia"/>
                <a:ea typeface="Georgia"/>
                <a:cs typeface="Georgia"/>
              </a:defRPr>
            </a:lvl5pPr>
            <a:lvl6pPr algn="l">
              <a:defRPr sz="3450">
                <a:solidFill>
                  <a:srgbClr val="2E267C"/>
                </a:solidFill>
                <a:latin typeface="Georgia"/>
                <a:ea typeface="Georgia"/>
                <a:cs typeface="Georgia"/>
              </a:defRPr>
            </a:lvl6pPr>
            <a:lvl7pPr algn="l">
              <a:defRPr sz="3450">
                <a:solidFill>
                  <a:srgbClr val="2E267C"/>
                </a:solidFill>
                <a:latin typeface="Georgia"/>
                <a:ea typeface="Georgia"/>
                <a:cs typeface="Georgia"/>
              </a:defRPr>
            </a:lvl7pPr>
            <a:lvl8pPr algn="l">
              <a:defRPr sz="3450">
                <a:solidFill>
                  <a:srgbClr val="2E267C"/>
                </a:solidFill>
                <a:latin typeface="Georgia"/>
                <a:ea typeface="Georgia"/>
                <a:cs typeface="Georgia"/>
              </a:defRPr>
            </a:lvl8pPr>
            <a:lvl9pPr algn="l">
              <a:defRPr sz="3450">
                <a:solidFill>
                  <a:srgbClr val="2E267C"/>
                </a:solidFill>
                <a:latin typeface="Georgia"/>
                <a:ea typeface="Georgia"/>
                <a:cs typeface="Georgia"/>
              </a:defRPr>
            </a:lvl9pPr>
          </a:lstStyle>
          <a:p xmlns:a="http://schemas.openxmlformats.org/drawingml/2006/main">
            <a:pPr algn="l">
              <a:defRPr sz="3450">
                <a:solidFill>
                  <a:srgbClr val="2E267C"/>
                </a:solidFill>
                <a:latin typeface="Georgia"/>
                <a:ea typeface="Georgia"/>
                <a:cs typeface="Georgia"/>
              </a:defRPr>
            </a:pPr>
            <a:r>
              <a:rPr sz="3450">
                <a:solidFill>
                  <a:srgbClr val="2E267C"/>
                </a:solidFill>
                <a:latin typeface="Georgia"/>
                <a:ea typeface="Georgia"/>
                <a:cs typeface="Georgia"/>
              </a:rPr>
              <a:t>Caregivers’ perspective</a:t>
            </a:r>
          </a:p>
        </p:txBody>
      </p:sp>
      <p:sp>
        <p:nvSpPr>
          <p:cNvPr id="2" name="Central topic">
            <a:extLst xmlns:a="http://schemas.openxmlformats.org/drawingml/2006/main">
              <a:ext uri="{FF2B5EF4-FFF2-40B4-BE49-F238E27FC236}">
                <a16:creationId xmlns:a16="http://schemas.microsoft.com/office/drawing/2014/main" id="{6D66075D-8837-4C4E-B387-9FA2607A9ACB}"/>
              </a:ext>
            </a:extLst>
          </p:cNvPr>
          <p:cNvSpPr>
            <a:spLocks xmlns:a="http://schemas.openxmlformats.org/drawingml/2006/main" noGrp="1"/>
          </p:cNvSpPr>
          <p:nvPr/>
        </p:nvSpPr>
        <p:spPr>
          <a:xfrm xmlns:a="http://schemas.openxmlformats.org/drawingml/2006/main">
            <a:off x="4838700" y="2609850"/>
            <a:ext cx="2514600" cy="1809750"/>
          </a:xfrm>
          <a:prstGeom xmlns:a="http://schemas.openxmlformats.org/drawingml/2006/main" prst="ellipse">
            <a:avLst/>
          </a:prstGeom>
          <a:solidFill xmlns:a="http://schemas.openxmlformats.org/drawingml/2006/main">
            <a:srgbClr val="E9E8FF"/>
          </a:solidFill>
          <a:ln xmlns:a="http://schemas.openxmlformats.org/drawingml/2006/main" w="16193">
            <a:solidFill>
              <a:srgbClr val="9D9CF4"/>
            </a:solidFill>
          </a:ln>
        </p:spPr>
        <p:txBody>
          <a:bodyPr xmlns:a="http://schemas.openxmlformats.org/drawingml/2006/main"/>
          <a:lstStyle xmlns:a="http://schemas.openxmlformats.org/drawingml/2006/main">
            <a:defPPr>
              <a:defRPr sz="2175">
                <a:latin typeface="Futura"/>
                <a:ea typeface="Futura"/>
                <a:cs typeface="Futura"/>
              </a:defRPr>
            </a:defPPr>
            <a:lvl1pPr>
              <a:defRPr sz="2175">
                <a:latin typeface="Futura"/>
                <a:ea typeface="Futura"/>
                <a:cs typeface="Futura"/>
              </a:defRPr>
            </a:lvl1pPr>
            <a:lvl2pPr>
              <a:defRPr sz="2175">
                <a:latin typeface="Futura"/>
                <a:ea typeface="Futura"/>
                <a:cs typeface="Futura"/>
              </a:defRPr>
            </a:lvl2pPr>
            <a:lvl3pPr>
              <a:defRPr sz="2175">
                <a:latin typeface="Futura"/>
                <a:ea typeface="Futura"/>
                <a:cs typeface="Futura"/>
              </a:defRPr>
            </a:lvl3pPr>
            <a:lvl4pPr>
              <a:defRPr sz="2175">
                <a:latin typeface="Futura"/>
                <a:ea typeface="Futura"/>
                <a:cs typeface="Futura"/>
              </a:defRPr>
            </a:lvl4pPr>
            <a:lvl5pPr>
              <a:defRPr sz="2175">
                <a:latin typeface="Futura"/>
                <a:ea typeface="Futura"/>
                <a:cs typeface="Futura"/>
              </a:defRPr>
            </a:lvl5pPr>
            <a:lvl6pPr>
              <a:defRPr sz="2175">
                <a:latin typeface="Futura"/>
                <a:ea typeface="Futura"/>
                <a:cs typeface="Futura"/>
              </a:defRPr>
            </a:lvl6pPr>
            <a:lvl7pPr>
              <a:defRPr sz="2175">
                <a:latin typeface="Futura"/>
                <a:ea typeface="Futura"/>
                <a:cs typeface="Futura"/>
              </a:defRPr>
            </a:lvl7pPr>
            <a:lvl8pPr>
              <a:defRPr sz="2175">
                <a:latin typeface="Futura"/>
                <a:ea typeface="Futura"/>
                <a:cs typeface="Futura"/>
              </a:defRPr>
            </a:lvl8pPr>
            <a:lvl9pPr>
              <a:defRPr sz="2175">
                <a:latin typeface="Futura"/>
                <a:ea typeface="Futura"/>
                <a:cs typeface="Futura"/>
              </a:defRPr>
            </a:lvl9pPr>
          </a:lstStyle>
          <a:p xmlns:a="http://schemas.openxmlformats.org/drawingml/2006/main"/>
        </p:txBody>
      </p:sp>
      <p:sp>
        <p:nvSpPr>
          <p:cNvPr id="3" name="Central topic text">
            <a:extLst xmlns:a="http://schemas.openxmlformats.org/drawingml/2006/main">
              <a:ext uri="{FF2B5EF4-FFF2-40B4-BE49-F238E27FC236}">
                <a16:creationId xmlns:a16="http://schemas.microsoft.com/office/drawing/2014/main" id="{D149AE95-E1D6-4EA5-9C89-F20389944E93}"/>
              </a:ext>
            </a:extLst>
          </p:cNvPr>
          <p:cNvSpPr>
            <a:spLocks xmlns:a="http://schemas.openxmlformats.org/drawingml/2006/main" noGrp="1"/>
          </p:cNvSpPr>
          <p:nvPr/>
        </p:nvSpPr>
        <p:spPr>
          <a:xfrm xmlns:a="http://schemas.openxmlformats.org/drawingml/2006/main">
            <a:off x="5057775" y="3076575"/>
            <a:ext cx="2076450" cy="952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lstStyle xmlns:a="http://schemas.openxmlformats.org/drawingml/2006/main">
            <a:defPPr algn="ctr">
              <a:defRPr sz="2175">
                <a:solidFill>
                  <a:srgbClr val="2E267C"/>
                </a:solidFill>
                <a:latin typeface="Georgia"/>
                <a:ea typeface="Georgia"/>
                <a:cs typeface="Georgia"/>
              </a:defRPr>
            </a:defPPr>
            <a:lvl1pPr algn="ctr">
              <a:defRPr sz="2175">
                <a:solidFill>
                  <a:srgbClr val="2E267C"/>
                </a:solidFill>
                <a:latin typeface="Georgia"/>
                <a:ea typeface="Georgia"/>
                <a:cs typeface="Georgia"/>
              </a:defRPr>
            </a:lvl1pPr>
            <a:lvl2pPr algn="ctr">
              <a:defRPr sz="2175">
                <a:solidFill>
                  <a:srgbClr val="2E267C"/>
                </a:solidFill>
                <a:latin typeface="Georgia"/>
                <a:ea typeface="Georgia"/>
                <a:cs typeface="Georgia"/>
              </a:defRPr>
            </a:lvl2pPr>
            <a:lvl3pPr algn="ctr">
              <a:defRPr sz="2175">
                <a:solidFill>
                  <a:srgbClr val="2E267C"/>
                </a:solidFill>
                <a:latin typeface="Georgia"/>
                <a:ea typeface="Georgia"/>
                <a:cs typeface="Georgia"/>
              </a:defRPr>
            </a:lvl3pPr>
            <a:lvl4pPr algn="ctr">
              <a:defRPr sz="2175">
                <a:solidFill>
                  <a:srgbClr val="2E267C"/>
                </a:solidFill>
                <a:latin typeface="Georgia"/>
                <a:ea typeface="Georgia"/>
                <a:cs typeface="Georgia"/>
              </a:defRPr>
            </a:lvl4pPr>
            <a:lvl5pPr algn="ctr">
              <a:defRPr sz="2175">
                <a:solidFill>
                  <a:srgbClr val="2E267C"/>
                </a:solidFill>
                <a:latin typeface="Georgia"/>
                <a:ea typeface="Georgia"/>
                <a:cs typeface="Georgia"/>
              </a:defRPr>
            </a:lvl5pPr>
            <a:lvl6pPr algn="ctr">
              <a:defRPr sz="2175">
                <a:solidFill>
                  <a:srgbClr val="2E267C"/>
                </a:solidFill>
                <a:latin typeface="Georgia"/>
                <a:ea typeface="Georgia"/>
                <a:cs typeface="Georgia"/>
              </a:defRPr>
            </a:lvl6pPr>
            <a:lvl7pPr algn="ctr">
              <a:defRPr sz="2175">
                <a:solidFill>
                  <a:srgbClr val="2E267C"/>
                </a:solidFill>
                <a:latin typeface="Georgia"/>
                <a:ea typeface="Georgia"/>
                <a:cs typeface="Georgia"/>
              </a:defRPr>
            </a:lvl7pPr>
            <a:lvl8pPr algn="ctr">
              <a:defRPr sz="2175">
                <a:solidFill>
                  <a:srgbClr val="2E267C"/>
                </a:solidFill>
                <a:latin typeface="Georgia"/>
                <a:ea typeface="Georgia"/>
                <a:cs typeface="Georgia"/>
              </a:defRPr>
            </a:lvl8pPr>
            <a:lvl9pPr algn="ctr">
              <a:defRPr sz="2175">
                <a:solidFill>
                  <a:srgbClr val="2E267C"/>
                </a:solidFill>
                <a:latin typeface="Georgia"/>
                <a:ea typeface="Georgia"/>
                <a:cs typeface="Georgia"/>
              </a:defRPr>
            </a:lvl9pPr>
          </a:lstStyle>
          <a:p xmlns:a="http://schemas.openxmlformats.org/drawingml/2006/main">
            <a:pPr algn="ctr">
              <a:defRPr sz="2175">
                <a:solidFill>
                  <a:srgbClr val="2E267C"/>
                </a:solidFill>
                <a:latin typeface="Georgia"/>
                <a:ea typeface="Georgia"/>
                <a:cs typeface="Georgia"/>
              </a:defRPr>
            </a:pPr>
            <a:r>
              <a:rPr sz="2175">
                <a:solidFill>
                  <a:srgbClr val="2E267C"/>
                </a:solidFill>
                <a:latin typeface="Georgia"/>
                <a:ea typeface="Georgia"/>
                <a:cs typeface="Georgia"/>
              </a:rPr>
              <a:t>Care that fits</a:t>
            </a:r>
          </a:p>
          <a:p xmlns:a="http://schemas.openxmlformats.org/drawingml/2006/main">
            <a:pPr algn="ctr">
              <a:defRPr sz="2175">
                <a:solidFill>
                  <a:srgbClr val="2E267C"/>
                </a:solidFill>
                <a:latin typeface="Georgia"/>
                <a:ea typeface="Georgia"/>
                <a:cs typeface="Georgia"/>
              </a:defRPr>
            </a:pPr>
            <a:r>
              <a:rPr sz="2175">
                <a:solidFill>
                  <a:srgbClr val="2E267C"/>
                </a:solidFill>
                <a:latin typeface="Georgia"/>
                <a:ea typeface="Georgia"/>
                <a:cs typeface="Georgia"/>
              </a:rPr>
              <a:t>daily life</a:t>
            </a:r>
          </a:p>
        </p:txBody>
      </p:sp>
      <p:sp>
        <p:nvSpPr>
          <p:cNvPr id="4" name="Branch 1">
            <a:extLst xmlns:a="http://schemas.openxmlformats.org/drawingml/2006/main">
              <a:ext uri="{FF2B5EF4-FFF2-40B4-BE49-F238E27FC236}">
                <a16:creationId xmlns:a16="http://schemas.microsoft.com/office/drawing/2014/main" id="{8508F886-9DC0-43B1-B3D1-A06EFB48FA9D}"/>
              </a:ext>
            </a:extLst>
          </p:cNvPr>
          <p:cNvSpPr>
            <a:spLocks xmlns:a="http://schemas.openxmlformats.org/drawingml/2006/main" noGrp="1"/>
          </p:cNvSpPr>
          <p:nvPr/>
        </p:nvSpPr>
        <p:spPr>
          <a:xfrm xmlns:a="http://schemas.openxmlformats.org/drawingml/2006/main">
            <a:off x="619125" y="1676400"/>
            <a:ext cx="3267075" cy="3810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lstStyle xmlns:a="http://schemas.openxmlformats.org/drawingml/2006/main">
            <a:defPPr algn="l">
              <a:defRPr sz="2175">
                <a:solidFill>
                  <a:srgbClr val="2E267C"/>
                </a:solidFill>
                <a:latin typeface="Futura"/>
                <a:ea typeface="Futura"/>
                <a:cs typeface="Futura"/>
              </a:defRPr>
            </a:defPPr>
            <a:lvl1pPr algn="l">
              <a:defRPr sz="2175">
                <a:solidFill>
                  <a:srgbClr val="2E267C"/>
                </a:solidFill>
                <a:latin typeface="Futura"/>
                <a:ea typeface="Futura"/>
                <a:cs typeface="Futura"/>
              </a:defRPr>
            </a:lvl1pPr>
            <a:lvl2pPr algn="l">
              <a:defRPr sz="2175">
                <a:solidFill>
                  <a:srgbClr val="2E267C"/>
                </a:solidFill>
                <a:latin typeface="Futura"/>
                <a:ea typeface="Futura"/>
                <a:cs typeface="Futura"/>
              </a:defRPr>
            </a:lvl2pPr>
            <a:lvl3pPr algn="l">
              <a:defRPr sz="2175">
                <a:solidFill>
                  <a:srgbClr val="2E267C"/>
                </a:solidFill>
                <a:latin typeface="Futura"/>
                <a:ea typeface="Futura"/>
                <a:cs typeface="Futura"/>
              </a:defRPr>
            </a:lvl3pPr>
            <a:lvl4pPr algn="l">
              <a:defRPr sz="2175">
                <a:solidFill>
                  <a:srgbClr val="2E267C"/>
                </a:solidFill>
                <a:latin typeface="Futura"/>
                <a:ea typeface="Futura"/>
                <a:cs typeface="Futura"/>
              </a:defRPr>
            </a:lvl4pPr>
            <a:lvl5pPr algn="l">
              <a:defRPr sz="2175">
                <a:solidFill>
                  <a:srgbClr val="2E267C"/>
                </a:solidFill>
                <a:latin typeface="Futura"/>
                <a:ea typeface="Futura"/>
                <a:cs typeface="Futura"/>
              </a:defRPr>
            </a:lvl5pPr>
            <a:lvl6pPr algn="l">
              <a:defRPr sz="2175">
                <a:solidFill>
                  <a:srgbClr val="2E267C"/>
                </a:solidFill>
                <a:latin typeface="Futura"/>
                <a:ea typeface="Futura"/>
                <a:cs typeface="Futura"/>
              </a:defRPr>
            </a:lvl6pPr>
            <a:lvl7pPr algn="l">
              <a:defRPr sz="2175">
                <a:solidFill>
                  <a:srgbClr val="2E267C"/>
                </a:solidFill>
                <a:latin typeface="Futura"/>
                <a:ea typeface="Futura"/>
                <a:cs typeface="Futura"/>
              </a:defRPr>
            </a:lvl7pPr>
            <a:lvl8pPr algn="l">
              <a:defRPr sz="2175">
                <a:solidFill>
                  <a:srgbClr val="2E267C"/>
                </a:solidFill>
                <a:latin typeface="Futura"/>
                <a:ea typeface="Futura"/>
                <a:cs typeface="Futura"/>
              </a:defRPr>
            </a:lvl8pPr>
            <a:lvl9pPr algn="l">
              <a:defRPr sz="2175">
                <a:solidFill>
                  <a:srgbClr val="2E267C"/>
                </a:solidFill>
                <a:latin typeface="Futura"/>
                <a:ea typeface="Futura"/>
                <a:cs typeface="Futura"/>
              </a:defRPr>
            </a:lvl9pPr>
          </a:lstStyle>
          <a:p xmlns:a="http://schemas.openxmlformats.org/drawingml/2006/main">
            <a:pPr algn="l">
              <a:defRPr sz="2175">
                <a:solidFill>
                  <a:srgbClr val="2E267C"/>
                </a:solidFill>
                <a:latin typeface="Futura"/>
                <a:ea typeface="Futura"/>
                <a:cs typeface="Futura"/>
              </a:defRPr>
            </a:pPr>
            <a:r>
              <a:rPr sz="2175">
                <a:solidFill>
                  <a:srgbClr val="2E267C"/>
                </a:solidFill>
                <a:latin typeface="Futura"/>
                <a:ea typeface="Futura"/>
                <a:cs typeface="Futura"/>
              </a:rPr>
              <a:t>Time to care</a:t>
            </a:r>
          </a:p>
        </p:txBody>
      </p:sp>
      <p:sp>
        <p:nvSpPr>
          <p:cNvPr id="6" name="Branch underline 1">
            <a:extLst xmlns:a="http://schemas.openxmlformats.org/drawingml/2006/main">
              <a:ext uri="{FF2B5EF4-FFF2-40B4-BE49-F238E27FC236}">
                <a16:creationId xmlns:a16="http://schemas.microsoft.com/office/drawing/2014/main" id="{E6436FC5-19CF-4176-9FB9-ABDF54651DF3}"/>
              </a:ext>
            </a:extLst>
          </p:cNvPr>
          <p:cNvSpPr>
            <a:spLocks xmlns:a="http://schemas.openxmlformats.org/drawingml/2006/main" noGrp="1"/>
          </p:cNvSpPr>
          <p:nvPr/>
        </p:nvSpPr>
        <p:spPr>
          <a:xfrm xmlns:a="http://schemas.openxmlformats.org/drawingml/2006/main">
            <a:off x="619125" y="2105025"/>
            <a:ext cx="3267075" cy="0"/>
          </a:xfrm>
          <a:prstGeom xmlns:a="http://schemas.openxmlformats.org/drawingml/2006/main" prst="line">
            <a:avLst/>
          </a:prstGeom>
          <a:noFill xmlns:a="http://schemas.openxmlformats.org/drawingml/2006/main"/>
          <a:ln xmlns:a="http://schemas.openxmlformats.org/drawingml/2006/main" w="13335">
            <a:solidFill>
              <a:srgbClr val="2E267C"/>
            </a:solidFill>
          </a:ln>
        </p:spPr>
      </p:sp>
      <p:sp>
        <p:nvSpPr>
          <p:cNvPr id="7" name="Branch 1 detail 1">
            <a:extLst xmlns:a="http://schemas.openxmlformats.org/drawingml/2006/main">
              <a:ext uri="{FF2B5EF4-FFF2-40B4-BE49-F238E27FC236}">
                <a16:creationId xmlns:a16="http://schemas.microsoft.com/office/drawing/2014/main" id="{799BEA78-42A8-4EB0-9B86-18AEA1B9C563}"/>
              </a:ext>
            </a:extLst>
          </p:cNvPr>
          <p:cNvSpPr>
            <a:spLocks xmlns:a="http://schemas.openxmlformats.org/drawingml/2006/main" noGrp="1"/>
          </p:cNvSpPr>
          <p:nvPr/>
        </p:nvSpPr>
        <p:spPr>
          <a:xfrm xmlns:a="http://schemas.openxmlformats.org/drawingml/2006/main">
            <a:off x="619125" y="2266950"/>
            <a:ext cx="3267075" cy="3238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lstStyle xmlns:a="http://schemas.openxmlformats.org/drawingml/2006/main">
            <a:defPPr algn="l">
              <a:defRPr sz="1725">
                <a:solidFill>
                  <a:srgbClr val="6B6880"/>
                </a:solidFill>
                <a:latin typeface="Futura"/>
                <a:ea typeface="Futura"/>
                <a:cs typeface="Futura"/>
              </a:defRPr>
            </a:defPPr>
            <a:lvl1pPr algn="l">
              <a:defRPr sz="1725">
                <a:solidFill>
                  <a:srgbClr val="6B6880"/>
                </a:solidFill>
                <a:latin typeface="Futura"/>
                <a:ea typeface="Futura"/>
                <a:cs typeface="Futura"/>
              </a:defRPr>
            </a:lvl1pPr>
            <a:lvl2pPr algn="l">
              <a:defRPr sz="1725">
                <a:solidFill>
                  <a:srgbClr val="6B6880"/>
                </a:solidFill>
                <a:latin typeface="Futura"/>
                <a:ea typeface="Futura"/>
                <a:cs typeface="Futura"/>
              </a:defRPr>
            </a:lvl2pPr>
            <a:lvl3pPr algn="l">
              <a:defRPr sz="1725">
                <a:solidFill>
                  <a:srgbClr val="6B6880"/>
                </a:solidFill>
                <a:latin typeface="Futura"/>
                <a:ea typeface="Futura"/>
                <a:cs typeface="Futura"/>
              </a:defRPr>
            </a:lvl3pPr>
            <a:lvl4pPr algn="l">
              <a:defRPr sz="1725">
                <a:solidFill>
                  <a:srgbClr val="6B6880"/>
                </a:solidFill>
                <a:latin typeface="Futura"/>
                <a:ea typeface="Futura"/>
                <a:cs typeface="Futura"/>
              </a:defRPr>
            </a:lvl4pPr>
            <a:lvl5pPr algn="l">
              <a:defRPr sz="1725">
                <a:solidFill>
                  <a:srgbClr val="6B6880"/>
                </a:solidFill>
                <a:latin typeface="Futura"/>
                <a:ea typeface="Futura"/>
                <a:cs typeface="Futura"/>
              </a:defRPr>
            </a:lvl5pPr>
            <a:lvl6pPr algn="l">
              <a:defRPr sz="1725">
                <a:solidFill>
                  <a:srgbClr val="6B6880"/>
                </a:solidFill>
                <a:latin typeface="Futura"/>
                <a:ea typeface="Futura"/>
                <a:cs typeface="Futura"/>
              </a:defRPr>
            </a:lvl6pPr>
            <a:lvl7pPr algn="l">
              <a:defRPr sz="1725">
                <a:solidFill>
                  <a:srgbClr val="6B6880"/>
                </a:solidFill>
                <a:latin typeface="Futura"/>
                <a:ea typeface="Futura"/>
                <a:cs typeface="Futura"/>
              </a:defRPr>
            </a:lvl7pPr>
            <a:lvl8pPr algn="l">
              <a:defRPr sz="1725">
                <a:solidFill>
                  <a:srgbClr val="6B6880"/>
                </a:solidFill>
                <a:latin typeface="Futura"/>
                <a:ea typeface="Futura"/>
                <a:cs typeface="Futura"/>
              </a:defRPr>
            </a:lvl8pPr>
            <a:lvl9pPr algn="l">
              <a:defRPr sz="1725">
                <a:solidFill>
                  <a:srgbClr val="6B6880"/>
                </a:solidFill>
                <a:latin typeface="Futura"/>
                <a:ea typeface="Futura"/>
                <a:cs typeface="Futura"/>
              </a:defRPr>
            </a:lvl9pPr>
          </a:lstStyle>
          <a:p xmlns:a="http://schemas.openxmlformats.org/drawingml/2006/main">
            <a:pPr algn="l">
              <a:defRPr sz="1725">
                <a:solidFill>
                  <a:srgbClr val="6B6880"/>
                </a:solidFill>
                <a:latin typeface="Futura"/>
                <a:ea typeface="Futura"/>
                <a:cs typeface="Futura"/>
              </a:defRPr>
            </a:pPr>
            <a:r>
              <a:rPr sz="1725">
                <a:solidFill>
                  <a:srgbClr val="6B6880"/>
                </a:solidFill>
                <a:latin typeface="Futura"/>
                <a:ea typeface="Futura"/>
                <a:cs typeface="Futura"/>
              </a:rPr>
              <a:t>Busy frontline schedules</a:t>
            </a:r>
          </a:p>
        </p:txBody>
      </p:sp>
      <p:sp>
        <p:nvSpPr>
          <p:cNvPr id="8" name="Branch 1 detail 2">
            <a:extLst xmlns:a="http://schemas.openxmlformats.org/drawingml/2006/main">
              <a:ext uri="{FF2B5EF4-FFF2-40B4-BE49-F238E27FC236}">
                <a16:creationId xmlns:a16="http://schemas.microsoft.com/office/drawing/2014/main" id="{95A5F463-7D4E-45F6-872E-709E5456E6EB}"/>
              </a:ext>
            </a:extLst>
          </p:cNvPr>
          <p:cNvSpPr>
            <a:spLocks xmlns:a="http://schemas.openxmlformats.org/drawingml/2006/main" noGrp="1"/>
          </p:cNvSpPr>
          <p:nvPr/>
        </p:nvSpPr>
        <p:spPr>
          <a:xfrm xmlns:a="http://schemas.openxmlformats.org/drawingml/2006/main">
            <a:off x="619125" y="2638425"/>
            <a:ext cx="3267075" cy="3238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lstStyle xmlns:a="http://schemas.openxmlformats.org/drawingml/2006/main">
            <a:defPPr algn="l">
              <a:defRPr sz="1725">
                <a:solidFill>
                  <a:srgbClr val="6B6880"/>
                </a:solidFill>
                <a:latin typeface="Futura"/>
                <a:ea typeface="Futura"/>
                <a:cs typeface="Futura"/>
              </a:defRPr>
            </a:defPPr>
            <a:lvl1pPr algn="l">
              <a:defRPr sz="1725">
                <a:solidFill>
                  <a:srgbClr val="6B6880"/>
                </a:solidFill>
                <a:latin typeface="Futura"/>
                <a:ea typeface="Futura"/>
                <a:cs typeface="Futura"/>
              </a:defRPr>
            </a:lvl1pPr>
            <a:lvl2pPr algn="l">
              <a:defRPr sz="1725">
                <a:solidFill>
                  <a:srgbClr val="6B6880"/>
                </a:solidFill>
                <a:latin typeface="Futura"/>
                <a:ea typeface="Futura"/>
                <a:cs typeface="Futura"/>
              </a:defRPr>
            </a:lvl2pPr>
            <a:lvl3pPr algn="l">
              <a:defRPr sz="1725">
                <a:solidFill>
                  <a:srgbClr val="6B6880"/>
                </a:solidFill>
                <a:latin typeface="Futura"/>
                <a:ea typeface="Futura"/>
                <a:cs typeface="Futura"/>
              </a:defRPr>
            </a:lvl3pPr>
            <a:lvl4pPr algn="l">
              <a:defRPr sz="1725">
                <a:solidFill>
                  <a:srgbClr val="6B6880"/>
                </a:solidFill>
                <a:latin typeface="Futura"/>
                <a:ea typeface="Futura"/>
                <a:cs typeface="Futura"/>
              </a:defRPr>
            </a:lvl4pPr>
            <a:lvl5pPr algn="l">
              <a:defRPr sz="1725">
                <a:solidFill>
                  <a:srgbClr val="6B6880"/>
                </a:solidFill>
                <a:latin typeface="Futura"/>
                <a:ea typeface="Futura"/>
                <a:cs typeface="Futura"/>
              </a:defRPr>
            </a:lvl5pPr>
            <a:lvl6pPr algn="l">
              <a:defRPr sz="1725">
                <a:solidFill>
                  <a:srgbClr val="6B6880"/>
                </a:solidFill>
                <a:latin typeface="Futura"/>
                <a:ea typeface="Futura"/>
                <a:cs typeface="Futura"/>
              </a:defRPr>
            </a:lvl6pPr>
            <a:lvl7pPr algn="l">
              <a:defRPr sz="1725">
                <a:solidFill>
                  <a:srgbClr val="6B6880"/>
                </a:solidFill>
                <a:latin typeface="Futura"/>
                <a:ea typeface="Futura"/>
                <a:cs typeface="Futura"/>
              </a:defRPr>
            </a:lvl7pPr>
            <a:lvl8pPr algn="l">
              <a:defRPr sz="1725">
                <a:solidFill>
                  <a:srgbClr val="6B6880"/>
                </a:solidFill>
                <a:latin typeface="Futura"/>
                <a:ea typeface="Futura"/>
                <a:cs typeface="Futura"/>
              </a:defRPr>
            </a:lvl8pPr>
            <a:lvl9pPr algn="l">
              <a:defRPr sz="1725">
                <a:solidFill>
                  <a:srgbClr val="6B6880"/>
                </a:solidFill>
                <a:latin typeface="Futura"/>
                <a:ea typeface="Futura"/>
                <a:cs typeface="Futura"/>
              </a:defRPr>
            </a:lvl9pPr>
          </a:lstStyle>
          <a:p xmlns:a="http://schemas.openxmlformats.org/drawingml/2006/main">
            <a:pPr algn="l">
              <a:defRPr sz="1725">
                <a:solidFill>
                  <a:srgbClr val="6B6880"/>
                </a:solidFill>
                <a:latin typeface="Futura"/>
                <a:ea typeface="Futura"/>
                <a:cs typeface="Futura"/>
              </a:defRPr>
            </a:pPr>
            <a:r>
              <a:rPr sz="1725">
                <a:solidFill>
                  <a:srgbClr val="6B6880"/>
                </a:solidFill>
                <a:latin typeface="Futura"/>
                <a:ea typeface="Futura"/>
                <a:cs typeface="Futura"/>
              </a:rPr>
              <a:t>Coordinate staff interviews</a:t>
            </a:r>
          </a:p>
        </p:txBody>
      </p:sp>
      <p:sp>
        <p:nvSpPr>
          <p:cNvPr id="9" name="Branch 2">
            <a:extLst xmlns:a="http://schemas.openxmlformats.org/drawingml/2006/main">
              <a:ext uri="{FF2B5EF4-FFF2-40B4-BE49-F238E27FC236}">
                <a16:creationId xmlns:a16="http://schemas.microsoft.com/office/drawing/2014/main" id="{22C775D9-A845-4468-B3AB-971C913FC829}"/>
              </a:ext>
            </a:extLst>
          </p:cNvPr>
          <p:cNvSpPr>
            <a:spLocks xmlns:a="http://schemas.openxmlformats.org/drawingml/2006/main" noGrp="1"/>
          </p:cNvSpPr>
          <p:nvPr/>
        </p:nvSpPr>
        <p:spPr>
          <a:xfrm xmlns:a="http://schemas.openxmlformats.org/drawingml/2006/main">
            <a:off x="8305800" y="1676400"/>
            <a:ext cx="3267075" cy="3810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lstStyle xmlns:a="http://schemas.openxmlformats.org/drawingml/2006/main">
            <a:defPPr algn="l">
              <a:defRPr sz="2175">
                <a:solidFill>
                  <a:srgbClr val="5D5AD7"/>
                </a:solidFill>
                <a:latin typeface="Futura"/>
                <a:ea typeface="Futura"/>
                <a:cs typeface="Futura"/>
              </a:defRPr>
            </a:defPPr>
            <a:lvl1pPr algn="l">
              <a:defRPr sz="2175">
                <a:solidFill>
                  <a:srgbClr val="5D5AD7"/>
                </a:solidFill>
                <a:latin typeface="Futura"/>
                <a:ea typeface="Futura"/>
                <a:cs typeface="Futura"/>
              </a:defRPr>
            </a:lvl1pPr>
            <a:lvl2pPr algn="l">
              <a:defRPr sz="2175">
                <a:solidFill>
                  <a:srgbClr val="5D5AD7"/>
                </a:solidFill>
                <a:latin typeface="Futura"/>
                <a:ea typeface="Futura"/>
                <a:cs typeface="Futura"/>
              </a:defRPr>
            </a:lvl2pPr>
            <a:lvl3pPr algn="l">
              <a:defRPr sz="2175">
                <a:solidFill>
                  <a:srgbClr val="5D5AD7"/>
                </a:solidFill>
                <a:latin typeface="Futura"/>
                <a:ea typeface="Futura"/>
                <a:cs typeface="Futura"/>
              </a:defRPr>
            </a:lvl3pPr>
            <a:lvl4pPr algn="l">
              <a:defRPr sz="2175">
                <a:solidFill>
                  <a:srgbClr val="5D5AD7"/>
                </a:solidFill>
                <a:latin typeface="Futura"/>
                <a:ea typeface="Futura"/>
                <a:cs typeface="Futura"/>
              </a:defRPr>
            </a:lvl4pPr>
            <a:lvl5pPr algn="l">
              <a:defRPr sz="2175">
                <a:solidFill>
                  <a:srgbClr val="5D5AD7"/>
                </a:solidFill>
                <a:latin typeface="Futura"/>
                <a:ea typeface="Futura"/>
                <a:cs typeface="Futura"/>
              </a:defRPr>
            </a:lvl5pPr>
            <a:lvl6pPr algn="l">
              <a:defRPr sz="2175">
                <a:solidFill>
                  <a:srgbClr val="5D5AD7"/>
                </a:solidFill>
                <a:latin typeface="Futura"/>
                <a:ea typeface="Futura"/>
                <a:cs typeface="Futura"/>
              </a:defRPr>
            </a:lvl6pPr>
            <a:lvl7pPr algn="l">
              <a:defRPr sz="2175">
                <a:solidFill>
                  <a:srgbClr val="5D5AD7"/>
                </a:solidFill>
                <a:latin typeface="Futura"/>
                <a:ea typeface="Futura"/>
                <a:cs typeface="Futura"/>
              </a:defRPr>
            </a:lvl7pPr>
            <a:lvl8pPr algn="l">
              <a:defRPr sz="2175">
                <a:solidFill>
                  <a:srgbClr val="5D5AD7"/>
                </a:solidFill>
                <a:latin typeface="Futura"/>
                <a:ea typeface="Futura"/>
                <a:cs typeface="Futura"/>
              </a:defRPr>
            </a:lvl8pPr>
            <a:lvl9pPr algn="l">
              <a:defRPr sz="2175">
                <a:solidFill>
                  <a:srgbClr val="5D5AD7"/>
                </a:solidFill>
                <a:latin typeface="Futura"/>
                <a:ea typeface="Futura"/>
                <a:cs typeface="Futura"/>
              </a:defRPr>
            </a:lvl9pPr>
          </a:lstStyle>
          <a:p xmlns:a="http://schemas.openxmlformats.org/drawingml/2006/main">
            <a:pPr algn="l">
              <a:defRPr sz="2175">
                <a:solidFill>
                  <a:srgbClr val="5D5AD7"/>
                </a:solidFill>
                <a:latin typeface="Futura"/>
                <a:ea typeface="Futura"/>
                <a:cs typeface="Futura"/>
              </a:defRPr>
            </a:pPr>
            <a:r>
              <a:rPr sz="2175">
                <a:solidFill>
                  <a:srgbClr val="5D5AD7"/>
                </a:solidFill>
                <a:latin typeface="Futura"/>
                <a:ea typeface="Futura"/>
                <a:cs typeface="Futura"/>
              </a:rPr>
              <a:t>Trust and choice</a:t>
            </a:r>
          </a:p>
        </p:txBody>
      </p:sp>
      <p:sp>
        <p:nvSpPr>
          <p:cNvPr id="11" name="Branch underline 2">
            <a:extLst xmlns:a="http://schemas.openxmlformats.org/drawingml/2006/main">
              <a:ext uri="{FF2B5EF4-FFF2-40B4-BE49-F238E27FC236}">
                <a16:creationId xmlns:a16="http://schemas.microsoft.com/office/drawing/2014/main" id="{22A8183E-3F37-4272-AEE2-7BDC085C2176}"/>
              </a:ext>
            </a:extLst>
          </p:cNvPr>
          <p:cNvSpPr>
            <a:spLocks xmlns:a="http://schemas.openxmlformats.org/drawingml/2006/main" noGrp="1"/>
          </p:cNvSpPr>
          <p:nvPr/>
        </p:nvSpPr>
        <p:spPr>
          <a:xfrm xmlns:a="http://schemas.openxmlformats.org/drawingml/2006/main">
            <a:off x="8305800" y="2105025"/>
            <a:ext cx="3267075" cy="0"/>
          </a:xfrm>
          <a:prstGeom xmlns:a="http://schemas.openxmlformats.org/drawingml/2006/main" prst="line">
            <a:avLst/>
          </a:prstGeom>
          <a:noFill xmlns:a="http://schemas.openxmlformats.org/drawingml/2006/main"/>
          <a:ln xmlns:a="http://schemas.openxmlformats.org/drawingml/2006/main" w="13335">
            <a:solidFill>
              <a:srgbClr val="5D5AD7"/>
            </a:solidFill>
          </a:ln>
        </p:spPr>
      </p:sp>
      <p:sp>
        <p:nvSpPr>
          <p:cNvPr id="12" name="Branch 2 detail 1">
            <a:extLst xmlns:a="http://schemas.openxmlformats.org/drawingml/2006/main">
              <a:ext uri="{FF2B5EF4-FFF2-40B4-BE49-F238E27FC236}">
                <a16:creationId xmlns:a16="http://schemas.microsoft.com/office/drawing/2014/main" id="{F4DA6FBA-885A-4388-8820-5DF0DDDAEA9F}"/>
              </a:ext>
            </a:extLst>
          </p:cNvPr>
          <p:cNvSpPr>
            <a:spLocks xmlns:a="http://schemas.openxmlformats.org/drawingml/2006/main" noGrp="1"/>
          </p:cNvSpPr>
          <p:nvPr/>
        </p:nvSpPr>
        <p:spPr>
          <a:xfrm xmlns:a="http://schemas.openxmlformats.org/drawingml/2006/main">
            <a:off x="8305800" y="2266950"/>
            <a:ext cx="3267075" cy="3238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lstStyle xmlns:a="http://schemas.openxmlformats.org/drawingml/2006/main">
            <a:defPPr algn="l">
              <a:defRPr sz="1725">
                <a:solidFill>
                  <a:srgbClr val="6B6880"/>
                </a:solidFill>
                <a:latin typeface="Futura"/>
                <a:ea typeface="Futura"/>
                <a:cs typeface="Futura"/>
              </a:defRPr>
            </a:defPPr>
            <a:lvl1pPr algn="l">
              <a:defRPr sz="1725">
                <a:solidFill>
                  <a:srgbClr val="6B6880"/>
                </a:solidFill>
                <a:latin typeface="Futura"/>
                <a:ea typeface="Futura"/>
                <a:cs typeface="Futura"/>
              </a:defRPr>
            </a:lvl1pPr>
            <a:lvl2pPr algn="l">
              <a:defRPr sz="1725">
                <a:solidFill>
                  <a:srgbClr val="6B6880"/>
                </a:solidFill>
                <a:latin typeface="Futura"/>
                <a:ea typeface="Futura"/>
                <a:cs typeface="Futura"/>
              </a:defRPr>
            </a:lvl2pPr>
            <a:lvl3pPr algn="l">
              <a:defRPr sz="1725">
                <a:solidFill>
                  <a:srgbClr val="6B6880"/>
                </a:solidFill>
                <a:latin typeface="Futura"/>
                <a:ea typeface="Futura"/>
                <a:cs typeface="Futura"/>
              </a:defRPr>
            </a:lvl3pPr>
            <a:lvl4pPr algn="l">
              <a:defRPr sz="1725">
                <a:solidFill>
                  <a:srgbClr val="6B6880"/>
                </a:solidFill>
                <a:latin typeface="Futura"/>
                <a:ea typeface="Futura"/>
                <a:cs typeface="Futura"/>
              </a:defRPr>
            </a:lvl4pPr>
            <a:lvl5pPr algn="l">
              <a:defRPr sz="1725">
                <a:solidFill>
                  <a:srgbClr val="6B6880"/>
                </a:solidFill>
                <a:latin typeface="Futura"/>
                <a:ea typeface="Futura"/>
                <a:cs typeface="Futura"/>
              </a:defRPr>
            </a:lvl5pPr>
            <a:lvl6pPr algn="l">
              <a:defRPr sz="1725">
                <a:solidFill>
                  <a:srgbClr val="6B6880"/>
                </a:solidFill>
                <a:latin typeface="Futura"/>
                <a:ea typeface="Futura"/>
                <a:cs typeface="Futura"/>
              </a:defRPr>
            </a:lvl6pPr>
            <a:lvl7pPr algn="l">
              <a:defRPr sz="1725">
                <a:solidFill>
                  <a:srgbClr val="6B6880"/>
                </a:solidFill>
                <a:latin typeface="Futura"/>
                <a:ea typeface="Futura"/>
                <a:cs typeface="Futura"/>
              </a:defRPr>
            </a:lvl7pPr>
            <a:lvl8pPr algn="l">
              <a:defRPr sz="1725">
                <a:solidFill>
                  <a:srgbClr val="6B6880"/>
                </a:solidFill>
                <a:latin typeface="Futura"/>
                <a:ea typeface="Futura"/>
                <a:cs typeface="Futura"/>
              </a:defRPr>
            </a:lvl8pPr>
            <a:lvl9pPr algn="l">
              <a:defRPr sz="1725">
                <a:solidFill>
                  <a:srgbClr val="6B6880"/>
                </a:solidFill>
                <a:latin typeface="Futura"/>
                <a:ea typeface="Futura"/>
                <a:cs typeface="Futura"/>
              </a:defRPr>
            </a:lvl9pPr>
          </a:lstStyle>
          <a:p xmlns:a="http://schemas.openxmlformats.org/drawingml/2006/main">
            <a:pPr algn="l">
              <a:defRPr sz="1725">
                <a:solidFill>
                  <a:srgbClr val="6B6880"/>
                </a:solidFill>
                <a:latin typeface="Futura"/>
                <a:ea typeface="Futura"/>
                <a:cs typeface="Futura"/>
              </a:defRPr>
            </a:pPr>
            <a:r>
              <a:rPr sz="1725">
                <a:solidFill>
                  <a:srgbClr val="6B6880"/>
                </a:solidFill>
                <a:latin typeface="Futura"/>
                <a:ea typeface="Futura"/>
                <a:cs typeface="Futura"/>
              </a:rPr>
              <a:t>Trust shapes advice</a:t>
            </a:r>
          </a:p>
        </p:txBody>
      </p:sp>
      <p:sp>
        <p:nvSpPr>
          <p:cNvPr id="13" name="Branch 2 detail 2">
            <a:extLst xmlns:a="http://schemas.openxmlformats.org/drawingml/2006/main">
              <a:ext uri="{FF2B5EF4-FFF2-40B4-BE49-F238E27FC236}">
                <a16:creationId xmlns:a16="http://schemas.microsoft.com/office/drawing/2014/main" id="{EFFED3C4-A264-4752-8B55-05D09E6B29E5}"/>
              </a:ext>
            </a:extLst>
          </p:cNvPr>
          <p:cNvSpPr>
            <a:spLocks xmlns:a="http://schemas.openxmlformats.org/drawingml/2006/main" noGrp="1"/>
          </p:cNvSpPr>
          <p:nvPr/>
        </p:nvSpPr>
        <p:spPr>
          <a:xfrm xmlns:a="http://schemas.openxmlformats.org/drawingml/2006/main">
            <a:off x="8305800" y="2638425"/>
            <a:ext cx="3267075" cy="3238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lstStyle xmlns:a="http://schemas.openxmlformats.org/drawingml/2006/main">
            <a:defPPr algn="l">
              <a:defRPr sz="1725">
                <a:solidFill>
                  <a:srgbClr val="6B6880"/>
                </a:solidFill>
                <a:latin typeface="Futura"/>
                <a:ea typeface="Futura"/>
                <a:cs typeface="Futura"/>
              </a:defRPr>
            </a:defPPr>
            <a:lvl1pPr algn="l">
              <a:defRPr sz="1725">
                <a:solidFill>
                  <a:srgbClr val="6B6880"/>
                </a:solidFill>
                <a:latin typeface="Futura"/>
                <a:ea typeface="Futura"/>
                <a:cs typeface="Futura"/>
              </a:defRPr>
            </a:lvl1pPr>
            <a:lvl2pPr algn="l">
              <a:defRPr sz="1725">
                <a:solidFill>
                  <a:srgbClr val="6B6880"/>
                </a:solidFill>
                <a:latin typeface="Futura"/>
                <a:ea typeface="Futura"/>
                <a:cs typeface="Futura"/>
              </a:defRPr>
            </a:lvl2pPr>
            <a:lvl3pPr algn="l">
              <a:defRPr sz="1725">
                <a:solidFill>
                  <a:srgbClr val="6B6880"/>
                </a:solidFill>
                <a:latin typeface="Futura"/>
                <a:ea typeface="Futura"/>
                <a:cs typeface="Futura"/>
              </a:defRPr>
            </a:lvl3pPr>
            <a:lvl4pPr algn="l">
              <a:defRPr sz="1725">
                <a:solidFill>
                  <a:srgbClr val="6B6880"/>
                </a:solidFill>
                <a:latin typeface="Futura"/>
                <a:ea typeface="Futura"/>
                <a:cs typeface="Futura"/>
              </a:defRPr>
            </a:lvl4pPr>
            <a:lvl5pPr algn="l">
              <a:defRPr sz="1725">
                <a:solidFill>
                  <a:srgbClr val="6B6880"/>
                </a:solidFill>
                <a:latin typeface="Futura"/>
                <a:ea typeface="Futura"/>
                <a:cs typeface="Futura"/>
              </a:defRPr>
            </a:lvl5pPr>
            <a:lvl6pPr algn="l">
              <a:defRPr sz="1725">
                <a:solidFill>
                  <a:srgbClr val="6B6880"/>
                </a:solidFill>
                <a:latin typeface="Futura"/>
                <a:ea typeface="Futura"/>
                <a:cs typeface="Futura"/>
              </a:defRPr>
            </a:lvl6pPr>
            <a:lvl7pPr algn="l">
              <a:defRPr sz="1725">
                <a:solidFill>
                  <a:srgbClr val="6B6880"/>
                </a:solidFill>
                <a:latin typeface="Futura"/>
                <a:ea typeface="Futura"/>
                <a:cs typeface="Futura"/>
              </a:defRPr>
            </a:lvl7pPr>
            <a:lvl8pPr algn="l">
              <a:defRPr sz="1725">
                <a:solidFill>
                  <a:srgbClr val="6B6880"/>
                </a:solidFill>
                <a:latin typeface="Futura"/>
                <a:ea typeface="Futura"/>
                <a:cs typeface="Futura"/>
              </a:defRPr>
            </a:lvl8pPr>
            <a:lvl9pPr algn="l">
              <a:defRPr sz="1725">
                <a:solidFill>
                  <a:srgbClr val="6B6880"/>
                </a:solidFill>
                <a:latin typeface="Futura"/>
                <a:ea typeface="Futura"/>
                <a:cs typeface="Futura"/>
              </a:defRPr>
            </a:lvl9pPr>
          </a:lstStyle>
          <a:p xmlns:a="http://schemas.openxmlformats.org/drawingml/2006/main">
            <a:pPr algn="l">
              <a:defRPr sz="1725">
                <a:solidFill>
                  <a:srgbClr val="6B6880"/>
                </a:solidFill>
                <a:latin typeface="Futura"/>
                <a:ea typeface="Futura"/>
                <a:cs typeface="Futura"/>
              </a:defRPr>
            </a:pPr>
            <a:r>
              <a:rPr sz="1725">
                <a:solidFill>
                  <a:srgbClr val="6B6880"/>
                </a:solidFill>
                <a:latin typeface="Futura"/>
                <a:ea typeface="Futura"/>
                <a:cs typeface="Futura"/>
              </a:rPr>
              <a:t>Willingness to take part varies</a:t>
            </a:r>
          </a:p>
        </p:txBody>
      </p:sp>
      <p:sp>
        <p:nvSpPr>
          <p:cNvPr id="14" name="Branch 3">
            <a:extLst xmlns:a="http://schemas.openxmlformats.org/drawingml/2006/main">
              <a:ext uri="{FF2B5EF4-FFF2-40B4-BE49-F238E27FC236}">
                <a16:creationId xmlns:a16="http://schemas.microsoft.com/office/drawing/2014/main" id="{4C050752-BCF7-4788-A3A9-D9FD07B890A6}"/>
              </a:ext>
            </a:extLst>
          </p:cNvPr>
          <p:cNvSpPr>
            <a:spLocks xmlns:a="http://schemas.openxmlformats.org/drawingml/2006/main" noGrp="1"/>
          </p:cNvSpPr>
          <p:nvPr/>
        </p:nvSpPr>
        <p:spPr>
          <a:xfrm xmlns:a="http://schemas.openxmlformats.org/drawingml/2006/main">
            <a:off x="619125" y="4533900"/>
            <a:ext cx="3267075" cy="3810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lstStyle xmlns:a="http://schemas.openxmlformats.org/drawingml/2006/main">
            <a:defPPr algn="l">
              <a:defRPr sz="2175">
                <a:solidFill>
                  <a:srgbClr val="5D5AD7"/>
                </a:solidFill>
                <a:latin typeface="Futura"/>
                <a:ea typeface="Futura"/>
                <a:cs typeface="Futura"/>
              </a:defRPr>
            </a:defPPr>
            <a:lvl1pPr algn="l">
              <a:defRPr sz="2175">
                <a:solidFill>
                  <a:srgbClr val="5D5AD7"/>
                </a:solidFill>
                <a:latin typeface="Futura"/>
                <a:ea typeface="Futura"/>
                <a:cs typeface="Futura"/>
              </a:defRPr>
            </a:lvl1pPr>
            <a:lvl2pPr algn="l">
              <a:defRPr sz="2175">
                <a:solidFill>
                  <a:srgbClr val="5D5AD7"/>
                </a:solidFill>
                <a:latin typeface="Futura"/>
                <a:ea typeface="Futura"/>
                <a:cs typeface="Futura"/>
              </a:defRPr>
            </a:lvl2pPr>
            <a:lvl3pPr algn="l">
              <a:defRPr sz="2175">
                <a:solidFill>
                  <a:srgbClr val="5D5AD7"/>
                </a:solidFill>
                <a:latin typeface="Futura"/>
                <a:ea typeface="Futura"/>
                <a:cs typeface="Futura"/>
              </a:defRPr>
            </a:lvl3pPr>
            <a:lvl4pPr algn="l">
              <a:defRPr sz="2175">
                <a:solidFill>
                  <a:srgbClr val="5D5AD7"/>
                </a:solidFill>
                <a:latin typeface="Futura"/>
                <a:ea typeface="Futura"/>
                <a:cs typeface="Futura"/>
              </a:defRPr>
            </a:lvl4pPr>
            <a:lvl5pPr algn="l">
              <a:defRPr sz="2175">
                <a:solidFill>
                  <a:srgbClr val="5D5AD7"/>
                </a:solidFill>
                <a:latin typeface="Futura"/>
                <a:ea typeface="Futura"/>
                <a:cs typeface="Futura"/>
              </a:defRPr>
            </a:lvl5pPr>
            <a:lvl6pPr algn="l">
              <a:defRPr sz="2175">
                <a:solidFill>
                  <a:srgbClr val="5D5AD7"/>
                </a:solidFill>
                <a:latin typeface="Futura"/>
                <a:ea typeface="Futura"/>
                <a:cs typeface="Futura"/>
              </a:defRPr>
            </a:lvl6pPr>
            <a:lvl7pPr algn="l">
              <a:defRPr sz="2175">
                <a:solidFill>
                  <a:srgbClr val="5D5AD7"/>
                </a:solidFill>
                <a:latin typeface="Futura"/>
                <a:ea typeface="Futura"/>
                <a:cs typeface="Futura"/>
              </a:defRPr>
            </a:lvl7pPr>
            <a:lvl8pPr algn="l">
              <a:defRPr sz="2175">
                <a:solidFill>
                  <a:srgbClr val="5D5AD7"/>
                </a:solidFill>
                <a:latin typeface="Futura"/>
                <a:ea typeface="Futura"/>
                <a:cs typeface="Futura"/>
              </a:defRPr>
            </a:lvl8pPr>
            <a:lvl9pPr algn="l">
              <a:defRPr sz="2175">
                <a:solidFill>
                  <a:srgbClr val="5D5AD7"/>
                </a:solidFill>
                <a:latin typeface="Futura"/>
                <a:ea typeface="Futura"/>
                <a:cs typeface="Futura"/>
              </a:defRPr>
            </a:lvl9pPr>
          </a:lstStyle>
          <a:p xmlns:a="http://schemas.openxmlformats.org/drawingml/2006/main">
            <a:pPr algn="l">
              <a:defRPr sz="2175">
                <a:solidFill>
                  <a:srgbClr val="5D5AD7"/>
                </a:solidFill>
                <a:latin typeface="Futura"/>
                <a:ea typeface="Futura"/>
                <a:cs typeface="Futura"/>
              </a:defRPr>
            </a:pPr>
            <a:r>
              <a:rPr sz="2175">
                <a:solidFill>
                  <a:srgbClr val="5D5AD7"/>
                </a:solidFill>
                <a:latin typeface="Futura"/>
                <a:ea typeface="Futura"/>
                <a:cs typeface="Futura"/>
              </a:rPr>
              <a:t>A gentle start</a:t>
            </a:r>
          </a:p>
        </p:txBody>
      </p:sp>
      <p:sp>
        <p:nvSpPr>
          <p:cNvPr id="16" name="Branch underline 3">
            <a:extLst xmlns:a="http://schemas.openxmlformats.org/drawingml/2006/main">
              <a:ext uri="{FF2B5EF4-FFF2-40B4-BE49-F238E27FC236}">
                <a16:creationId xmlns:a16="http://schemas.microsoft.com/office/drawing/2014/main" id="{E21BD3D7-1615-4A72-B037-1C9E348753B5}"/>
              </a:ext>
            </a:extLst>
          </p:cNvPr>
          <p:cNvSpPr>
            <a:spLocks xmlns:a="http://schemas.openxmlformats.org/drawingml/2006/main" noGrp="1"/>
          </p:cNvSpPr>
          <p:nvPr/>
        </p:nvSpPr>
        <p:spPr>
          <a:xfrm xmlns:a="http://schemas.openxmlformats.org/drawingml/2006/main">
            <a:off x="619125" y="4962525"/>
            <a:ext cx="3267075" cy="0"/>
          </a:xfrm>
          <a:prstGeom xmlns:a="http://schemas.openxmlformats.org/drawingml/2006/main" prst="line">
            <a:avLst/>
          </a:prstGeom>
          <a:noFill xmlns:a="http://schemas.openxmlformats.org/drawingml/2006/main"/>
          <a:ln xmlns:a="http://schemas.openxmlformats.org/drawingml/2006/main" w="13335">
            <a:solidFill>
              <a:srgbClr val="5D5AD7"/>
            </a:solidFill>
          </a:ln>
        </p:spPr>
      </p:sp>
      <p:sp>
        <p:nvSpPr>
          <p:cNvPr id="17" name="Branch 3 detail 1">
            <a:extLst xmlns:a="http://schemas.openxmlformats.org/drawingml/2006/main">
              <a:ext uri="{FF2B5EF4-FFF2-40B4-BE49-F238E27FC236}">
                <a16:creationId xmlns:a16="http://schemas.microsoft.com/office/drawing/2014/main" id="{B61CAA4D-C385-49D6-930D-F39D0C44BAE4}"/>
              </a:ext>
            </a:extLst>
          </p:cNvPr>
          <p:cNvSpPr>
            <a:spLocks xmlns:a="http://schemas.openxmlformats.org/drawingml/2006/main" noGrp="1"/>
          </p:cNvSpPr>
          <p:nvPr/>
        </p:nvSpPr>
        <p:spPr>
          <a:xfrm xmlns:a="http://schemas.openxmlformats.org/drawingml/2006/main">
            <a:off x="619125" y="5124450"/>
            <a:ext cx="3267075" cy="3238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lstStyle xmlns:a="http://schemas.openxmlformats.org/drawingml/2006/main">
            <a:defPPr algn="l">
              <a:defRPr sz="1725">
                <a:solidFill>
                  <a:srgbClr val="6B6880"/>
                </a:solidFill>
                <a:latin typeface="Futura"/>
                <a:ea typeface="Futura"/>
                <a:cs typeface="Futura"/>
              </a:defRPr>
            </a:defPPr>
            <a:lvl1pPr algn="l">
              <a:defRPr sz="1725">
                <a:solidFill>
                  <a:srgbClr val="6B6880"/>
                </a:solidFill>
                <a:latin typeface="Futura"/>
                <a:ea typeface="Futura"/>
                <a:cs typeface="Futura"/>
              </a:defRPr>
            </a:lvl1pPr>
            <a:lvl2pPr algn="l">
              <a:defRPr sz="1725">
                <a:solidFill>
                  <a:srgbClr val="6B6880"/>
                </a:solidFill>
                <a:latin typeface="Futura"/>
                <a:ea typeface="Futura"/>
                <a:cs typeface="Futura"/>
              </a:defRPr>
            </a:lvl2pPr>
            <a:lvl3pPr algn="l">
              <a:defRPr sz="1725">
                <a:solidFill>
                  <a:srgbClr val="6B6880"/>
                </a:solidFill>
                <a:latin typeface="Futura"/>
                <a:ea typeface="Futura"/>
                <a:cs typeface="Futura"/>
              </a:defRPr>
            </a:lvl3pPr>
            <a:lvl4pPr algn="l">
              <a:defRPr sz="1725">
                <a:solidFill>
                  <a:srgbClr val="6B6880"/>
                </a:solidFill>
                <a:latin typeface="Futura"/>
                <a:ea typeface="Futura"/>
                <a:cs typeface="Futura"/>
              </a:defRPr>
            </a:lvl4pPr>
            <a:lvl5pPr algn="l">
              <a:defRPr sz="1725">
                <a:solidFill>
                  <a:srgbClr val="6B6880"/>
                </a:solidFill>
                <a:latin typeface="Futura"/>
                <a:ea typeface="Futura"/>
                <a:cs typeface="Futura"/>
              </a:defRPr>
            </a:lvl5pPr>
            <a:lvl6pPr algn="l">
              <a:defRPr sz="1725">
                <a:solidFill>
                  <a:srgbClr val="6B6880"/>
                </a:solidFill>
                <a:latin typeface="Futura"/>
                <a:ea typeface="Futura"/>
                <a:cs typeface="Futura"/>
              </a:defRPr>
            </a:lvl6pPr>
            <a:lvl7pPr algn="l">
              <a:defRPr sz="1725">
                <a:solidFill>
                  <a:srgbClr val="6B6880"/>
                </a:solidFill>
                <a:latin typeface="Futura"/>
                <a:ea typeface="Futura"/>
                <a:cs typeface="Futura"/>
              </a:defRPr>
            </a:lvl7pPr>
            <a:lvl8pPr algn="l">
              <a:defRPr sz="1725">
                <a:solidFill>
                  <a:srgbClr val="6B6880"/>
                </a:solidFill>
                <a:latin typeface="Futura"/>
                <a:ea typeface="Futura"/>
                <a:cs typeface="Futura"/>
              </a:defRPr>
            </a:lvl8pPr>
            <a:lvl9pPr algn="l">
              <a:defRPr sz="1725">
                <a:solidFill>
                  <a:srgbClr val="6B6880"/>
                </a:solidFill>
                <a:latin typeface="Futura"/>
                <a:ea typeface="Futura"/>
                <a:cs typeface="Futura"/>
              </a:defRPr>
            </a:lvl9pPr>
          </a:lstStyle>
          <a:p xmlns:a="http://schemas.openxmlformats.org/drawingml/2006/main">
            <a:pPr algn="l">
              <a:defRPr sz="1725">
                <a:solidFill>
                  <a:srgbClr val="6B6880"/>
                </a:solidFill>
                <a:latin typeface="Futura"/>
                <a:ea typeface="Futura"/>
                <a:cs typeface="Futura"/>
              </a:defRPr>
            </a:pPr>
            <a:r>
              <a:rPr sz="1725">
                <a:solidFill>
                  <a:srgbClr val="6B6880"/>
                </a:solidFill>
                <a:latin typeface="Futura"/>
                <a:ea typeface="Futura"/>
                <a:cs typeface="Futura"/>
              </a:rPr>
              <a:t>Group activities first</a:t>
            </a:r>
          </a:p>
        </p:txBody>
      </p:sp>
      <p:sp>
        <p:nvSpPr>
          <p:cNvPr id="18" name="Branch 3 detail 2">
            <a:extLst xmlns:a="http://schemas.openxmlformats.org/drawingml/2006/main">
              <a:ext uri="{FF2B5EF4-FFF2-40B4-BE49-F238E27FC236}">
                <a16:creationId xmlns:a16="http://schemas.microsoft.com/office/drawing/2014/main" id="{0E71230C-9BFF-403B-8443-B81965FFC6FC}"/>
              </a:ext>
            </a:extLst>
          </p:cNvPr>
          <p:cNvSpPr>
            <a:spLocks xmlns:a="http://schemas.openxmlformats.org/drawingml/2006/main" noGrp="1"/>
          </p:cNvSpPr>
          <p:nvPr/>
        </p:nvSpPr>
        <p:spPr>
          <a:xfrm xmlns:a="http://schemas.openxmlformats.org/drawingml/2006/main">
            <a:off x="619125" y="5495925"/>
            <a:ext cx="3267075" cy="3238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lstStyle xmlns:a="http://schemas.openxmlformats.org/drawingml/2006/main">
            <a:defPPr algn="l">
              <a:defRPr sz="1725">
                <a:solidFill>
                  <a:srgbClr val="6B6880"/>
                </a:solidFill>
                <a:latin typeface="Futura"/>
                <a:ea typeface="Futura"/>
                <a:cs typeface="Futura"/>
              </a:defRPr>
            </a:defPPr>
            <a:lvl1pPr algn="l">
              <a:defRPr sz="1725">
                <a:solidFill>
                  <a:srgbClr val="6B6880"/>
                </a:solidFill>
                <a:latin typeface="Futura"/>
                <a:ea typeface="Futura"/>
                <a:cs typeface="Futura"/>
              </a:defRPr>
            </a:lvl1pPr>
            <a:lvl2pPr algn="l">
              <a:defRPr sz="1725">
                <a:solidFill>
                  <a:srgbClr val="6B6880"/>
                </a:solidFill>
                <a:latin typeface="Futura"/>
                <a:ea typeface="Futura"/>
                <a:cs typeface="Futura"/>
              </a:defRPr>
            </a:lvl2pPr>
            <a:lvl3pPr algn="l">
              <a:defRPr sz="1725">
                <a:solidFill>
                  <a:srgbClr val="6B6880"/>
                </a:solidFill>
                <a:latin typeface="Futura"/>
                <a:ea typeface="Futura"/>
                <a:cs typeface="Futura"/>
              </a:defRPr>
            </a:lvl3pPr>
            <a:lvl4pPr algn="l">
              <a:defRPr sz="1725">
                <a:solidFill>
                  <a:srgbClr val="6B6880"/>
                </a:solidFill>
                <a:latin typeface="Futura"/>
                <a:ea typeface="Futura"/>
                <a:cs typeface="Futura"/>
              </a:defRPr>
            </a:lvl4pPr>
            <a:lvl5pPr algn="l">
              <a:defRPr sz="1725">
                <a:solidFill>
                  <a:srgbClr val="6B6880"/>
                </a:solidFill>
                <a:latin typeface="Futura"/>
                <a:ea typeface="Futura"/>
                <a:cs typeface="Futura"/>
              </a:defRPr>
            </a:lvl5pPr>
            <a:lvl6pPr algn="l">
              <a:defRPr sz="1725">
                <a:solidFill>
                  <a:srgbClr val="6B6880"/>
                </a:solidFill>
                <a:latin typeface="Futura"/>
                <a:ea typeface="Futura"/>
                <a:cs typeface="Futura"/>
              </a:defRPr>
            </a:lvl6pPr>
            <a:lvl7pPr algn="l">
              <a:defRPr sz="1725">
                <a:solidFill>
                  <a:srgbClr val="6B6880"/>
                </a:solidFill>
                <a:latin typeface="Futura"/>
                <a:ea typeface="Futura"/>
                <a:cs typeface="Futura"/>
              </a:defRPr>
            </a:lvl7pPr>
            <a:lvl8pPr algn="l">
              <a:defRPr sz="1725">
                <a:solidFill>
                  <a:srgbClr val="6B6880"/>
                </a:solidFill>
                <a:latin typeface="Futura"/>
                <a:ea typeface="Futura"/>
                <a:cs typeface="Futura"/>
              </a:defRPr>
            </a:lvl8pPr>
            <a:lvl9pPr algn="l">
              <a:defRPr sz="1725">
                <a:solidFill>
                  <a:srgbClr val="6B6880"/>
                </a:solidFill>
                <a:latin typeface="Futura"/>
                <a:ea typeface="Futura"/>
                <a:cs typeface="Futura"/>
              </a:defRPr>
            </a:lvl9pPr>
          </a:lstStyle>
          <a:p xmlns:a="http://schemas.openxmlformats.org/drawingml/2006/main">
            <a:pPr algn="l">
              <a:defRPr sz="1725">
                <a:solidFill>
                  <a:srgbClr val="6B6880"/>
                </a:solidFill>
                <a:latin typeface="Futura"/>
                <a:ea typeface="Futura"/>
                <a:cs typeface="Futura"/>
              </a:defRPr>
            </a:pPr>
            <a:r>
              <a:rPr sz="1725">
                <a:solidFill>
                  <a:srgbClr val="6B6880"/>
                </a:solidFill>
                <a:latin typeface="Futura"/>
                <a:ea typeface="Futura"/>
                <a:cs typeface="Futura"/>
              </a:rPr>
              <a:t>One-to-one contact later</a:t>
            </a:r>
          </a:p>
        </p:txBody>
      </p:sp>
      <p:sp>
        <p:nvSpPr>
          <p:cNvPr id="19" name="Branch 4">
            <a:extLst xmlns:a="http://schemas.openxmlformats.org/drawingml/2006/main">
              <a:ext uri="{FF2B5EF4-FFF2-40B4-BE49-F238E27FC236}">
                <a16:creationId xmlns:a16="http://schemas.microsoft.com/office/drawing/2014/main" id="{D9D4FD47-3484-4533-8992-D3F1FFB83A0A}"/>
              </a:ext>
            </a:extLst>
          </p:cNvPr>
          <p:cNvSpPr>
            <a:spLocks xmlns:a="http://schemas.openxmlformats.org/drawingml/2006/main" noGrp="1"/>
          </p:cNvSpPr>
          <p:nvPr/>
        </p:nvSpPr>
        <p:spPr>
          <a:xfrm xmlns:a="http://schemas.openxmlformats.org/drawingml/2006/main">
            <a:off x="8305800" y="4533900"/>
            <a:ext cx="3267075" cy="3810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lstStyle xmlns:a="http://schemas.openxmlformats.org/drawingml/2006/main">
            <a:defPPr algn="l">
              <a:defRPr sz="2175">
                <a:solidFill>
                  <a:srgbClr val="2E267C"/>
                </a:solidFill>
                <a:latin typeface="Futura"/>
                <a:ea typeface="Futura"/>
                <a:cs typeface="Futura"/>
              </a:defRPr>
            </a:defPPr>
            <a:lvl1pPr algn="l">
              <a:defRPr sz="2175">
                <a:solidFill>
                  <a:srgbClr val="2E267C"/>
                </a:solidFill>
                <a:latin typeface="Futura"/>
                <a:ea typeface="Futura"/>
                <a:cs typeface="Futura"/>
              </a:defRPr>
            </a:lvl1pPr>
            <a:lvl2pPr algn="l">
              <a:defRPr sz="2175">
                <a:solidFill>
                  <a:srgbClr val="2E267C"/>
                </a:solidFill>
                <a:latin typeface="Futura"/>
                <a:ea typeface="Futura"/>
                <a:cs typeface="Futura"/>
              </a:defRPr>
            </a:lvl2pPr>
            <a:lvl3pPr algn="l">
              <a:defRPr sz="2175">
                <a:solidFill>
                  <a:srgbClr val="2E267C"/>
                </a:solidFill>
                <a:latin typeface="Futura"/>
                <a:ea typeface="Futura"/>
                <a:cs typeface="Futura"/>
              </a:defRPr>
            </a:lvl3pPr>
            <a:lvl4pPr algn="l">
              <a:defRPr sz="2175">
                <a:solidFill>
                  <a:srgbClr val="2E267C"/>
                </a:solidFill>
                <a:latin typeface="Futura"/>
                <a:ea typeface="Futura"/>
                <a:cs typeface="Futura"/>
              </a:defRPr>
            </a:lvl4pPr>
            <a:lvl5pPr algn="l">
              <a:defRPr sz="2175">
                <a:solidFill>
                  <a:srgbClr val="2E267C"/>
                </a:solidFill>
                <a:latin typeface="Futura"/>
                <a:ea typeface="Futura"/>
                <a:cs typeface="Futura"/>
              </a:defRPr>
            </a:lvl5pPr>
            <a:lvl6pPr algn="l">
              <a:defRPr sz="2175">
                <a:solidFill>
                  <a:srgbClr val="2E267C"/>
                </a:solidFill>
                <a:latin typeface="Futura"/>
                <a:ea typeface="Futura"/>
                <a:cs typeface="Futura"/>
              </a:defRPr>
            </a:lvl6pPr>
            <a:lvl7pPr algn="l">
              <a:defRPr sz="2175">
                <a:solidFill>
                  <a:srgbClr val="2E267C"/>
                </a:solidFill>
                <a:latin typeface="Futura"/>
                <a:ea typeface="Futura"/>
                <a:cs typeface="Futura"/>
              </a:defRPr>
            </a:lvl7pPr>
            <a:lvl8pPr algn="l">
              <a:defRPr sz="2175">
                <a:solidFill>
                  <a:srgbClr val="2E267C"/>
                </a:solidFill>
                <a:latin typeface="Futura"/>
                <a:ea typeface="Futura"/>
                <a:cs typeface="Futura"/>
              </a:defRPr>
            </a:lvl8pPr>
            <a:lvl9pPr algn="l">
              <a:defRPr sz="2175">
                <a:solidFill>
                  <a:srgbClr val="2E267C"/>
                </a:solidFill>
                <a:latin typeface="Futura"/>
                <a:ea typeface="Futura"/>
                <a:cs typeface="Futura"/>
              </a:defRPr>
            </a:lvl9pPr>
          </a:lstStyle>
          <a:p xmlns:a="http://schemas.openxmlformats.org/drawingml/2006/main">
            <a:pPr algn="l">
              <a:defRPr sz="2175">
                <a:solidFill>
                  <a:srgbClr val="2E267C"/>
                </a:solidFill>
                <a:latin typeface="Futura"/>
                <a:ea typeface="Futura"/>
                <a:cs typeface="Futura"/>
              </a:defRPr>
            </a:pPr>
            <a:r>
              <a:rPr sz="2175">
                <a:solidFill>
                  <a:srgbClr val="2E267C"/>
                </a:solidFill>
                <a:latin typeface="Futura"/>
                <a:ea typeface="Futura"/>
                <a:cs typeface="Futura"/>
              </a:rPr>
              <a:t>Planning together</a:t>
            </a:r>
          </a:p>
        </p:txBody>
      </p:sp>
      <p:sp>
        <p:nvSpPr>
          <p:cNvPr id="21" name="Branch underline 4">
            <a:extLst xmlns:a="http://schemas.openxmlformats.org/drawingml/2006/main">
              <a:ext uri="{FF2B5EF4-FFF2-40B4-BE49-F238E27FC236}">
                <a16:creationId xmlns:a16="http://schemas.microsoft.com/office/drawing/2014/main" id="{4ECD651D-2E60-4BA1-84D2-629CB862EEFD}"/>
              </a:ext>
            </a:extLst>
          </p:cNvPr>
          <p:cNvSpPr>
            <a:spLocks xmlns:a="http://schemas.openxmlformats.org/drawingml/2006/main" noGrp="1"/>
          </p:cNvSpPr>
          <p:nvPr/>
        </p:nvSpPr>
        <p:spPr>
          <a:xfrm xmlns:a="http://schemas.openxmlformats.org/drawingml/2006/main">
            <a:off x="8305800" y="4962525"/>
            <a:ext cx="3267075" cy="0"/>
          </a:xfrm>
          <a:prstGeom xmlns:a="http://schemas.openxmlformats.org/drawingml/2006/main" prst="line">
            <a:avLst/>
          </a:prstGeom>
          <a:noFill xmlns:a="http://schemas.openxmlformats.org/drawingml/2006/main"/>
          <a:ln xmlns:a="http://schemas.openxmlformats.org/drawingml/2006/main" w="13335">
            <a:solidFill>
              <a:srgbClr val="2E267C"/>
            </a:solidFill>
          </a:ln>
        </p:spPr>
      </p:sp>
      <p:sp>
        <p:nvSpPr>
          <p:cNvPr id="22" name="Branch 4 detail 1">
            <a:extLst xmlns:a="http://schemas.openxmlformats.org/drawingml/2006/main">
              <a:ext uri="{FF2B5EF4-FFF2-40B4-BE49-F238E27FC236}">
                <a16:creationId xmlns:a16="http://schemas.microsoft.com/office/drawing/2014/main" id="{E5473082-5971-4AD1-8357-D4EDD0ADFFEE}"/>
              </a:ext>
            </a:extLst>
          </p:cNvPr>
          <p:cNvSpPr>
            <a:spLocks xmlns:a="http://schemas.openxmlformats.org/drawingml/2006/main" noGrp="1"/>
          </p:cNvSpPr>
          <p:nvPr/>
        </p:nvSpPr>
        <p:spPr>
          <a:xfrm xmlns:a="http://schemas.openxmlformats.org/drawingml/2006/main">
            <a:off x="8305800" y="5124450"/>
            <a:ext cx="3267075" cy="3238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lstStyle xmlns:a="http://schemas.openxmlformats.org/drawingml/2006/main">
            <a:defPPr algn="l">
              <a:defRPr sz="1725">
                <a:solidFill>
                  <a:srgbClr val="6B6880"/>
                </a:solidFill>
                <a:latin typeface="Futura"/>
                <a:ea typeface="Futura"/>
                <a:cs typeface="Futura"/>
              </a:defRPr>
            </a:defPPr>
            <a:lvl1pPr algn="l">
              <a:defRPr sz="1725">
                <a:solidFill>
                  <a:srgbClr val="6B6880"/>
                </a:solidFill>
                <a:latin typeface="Futura"/>
                <a:ea typeface="Futura"/>
                <a:cs typeface="Futura"/>
              </a:defRPr>
            </a:lvl1pPr>
            <a:lvl2pPr algn="l">
              <a:defRPr sz="1725">
                <a:solidFill>
                  <a:srgbClr val="6B6880"/>
                </a:solidFill>
                <a:latin typeface="Futura"/>
                <a:ea typeface="Futura"/>
                <a:cs typeface="Futura"/>
              </a:defRPr>
            </a:lvl2pPr>
            <a:lvl3pPr algn="l">
              <a:defRPr sz="1725">
                <a:solidFill>
                  <a:srgbClr val="6B6880"/>
                </a:solidFill>
                <a:latin typeface="Futura"/>
                <a:ea typeface="Futura"/>
                <a:cs typeface="Futura"/>
              </a:defRPr>
            </a:lvl3pPr>
            <a:lvl4pPr algn="l">
              <a:defRPr sz="1725">
                <a:solidFill>
                  <a:srgbClr val="6B6880"/>
                </a:solidFill>
                <a:latin typeface="Futura"/>
                <a:ea typeface="Futura"/>
                <a:cs typeface="Futura"/>
              </a:defRPr>
            </a:lvl4pPr>
            <a:lvl5pPr algn="l">
              <a:defRPr sz="1725">
                <a:solidFill>
                  <a:srgbClr val="6B6880"/>
                </a:solidFill>
                <a:latin typeface="Futura"/>
                <a:ea typeface="Futura"/>
                <a:cs typeface="Futura"/>
              </a:defRPr>
            </a:lvl5pPr>
            <a:lvl6pPr algn="l">
              <a:defRPr sz="1725">
                <a:solidFill>
                  <a:srgbClr val="6B6880"/>
                </a:solidFill>
                <a:latin typeface="Futura"/>
                <a:ea typeface="Futura"/>
                <a:cs typeface="Futura"/>
              </a:defRPr>
            </a:lvl6pPr>
            <a:lvl7pPr algn="l">
              <a:defRPr sz="1725">
                <a:solidFill>
                  <a:srgbClr val="6B6880"/>
                </a:solidFill>
                <a:latin typeface="Futura"/>
                <a:ea typeface="Futura"/>
                <a:cs typeface="Futura"/>
              </a:defRPr>
            </a:lvl7pPr>
            <a:lvl8pPr algn="l">
              <a:defRPr sz="1725">
                <a:solidFill>
                  <a:srgbClr val="6B6880"/>
                </a:solidFill>
                <a:latin typeface="Futura"/>
                <a:ea typeface="Futura"/>
                <a:cs typeface="Futura"/>
              </a:defRPr>
            </a:lvl8pPr>
            <a:lvl9pPr algn="l">
              <a:defRPr sz="1725">
                <a:solidFill>
                  <a:srgbClr val="6B6880"/>
                </a:solidFill>
                <a:latin typeface="Futura"/>
                <a:ea typeface="Futura"/>
                <a:cs typeface="Futura"/>
              </a:defRPr>
            </a:lvl9pPr>
          </a:lstStyle>
          <a:p xmlns:a="http://schemas.openxmlformats.org/drawingml/2006/main">
            <a:pPr algn="l">
              <a:defRPr sz="1725">
                <a:solidFill>
                  <a:srgbClr val="6B6880"/>
                </a:solidFill>
                <a:latin typeface="Futura"/>
                <a:ea typeface="Futura"/>
                <a:cs typeface="Futura"/>
              </a:defRPr>
            </a:pPr>
            <a:r>
              <a:rPr sz="1725">
                <a:solidFill>
                  <a:srgbClr val="6B6880"/>
                </a:solidFill>
                <a:latin typeface="Futura"/>
                <a:ea typeface="Futura"/>
                <a:cs typeface="Futura"/>
              </a:rPr>
              <a:t>Share questions in advance</a:t>
            </a:r>
          </a:p>
        </p:txBody>
      </p:sp>
      <p:sp>
        <p:nvSpPr>
          <p:cNvPr id="23" name="Branch 4 detail 2">
            <a:extLst xmlns:a="http://schemas.openxmlformats.org/drawingml/2006/main">
              <a:ext uri="{FF2B5EF4-FFF2-40B4-BE49-F238E27FC236}">
                <a16:creationId xmlns:a16="http://schemas.microsoft.com/office/drawing/2014/main" id="{BDFBCD17-28B5-4204-AE2D-70710FDD31AF}"/>
              </a:ext>
            </a:extLst>
          </p:cNvPr>
          <p:cNvSpPr>
            <a:spLocks xmlns:a="http://schemas.openxmlformats.org/drawingml/2006/main" noGrp="1"/>
          </p:cNvSpPr>
          <p:nvPr/>
        </p:nvSpPr>
        <p:spPr>
          <a:xfrm xmlns:a="http://schemas.openxmlformats.org/drawingml/2006/main">
            <a:off x="8305800" y="5495925"/>
            <a:ext cx="3267075" cy="3238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lstStyle xmlns:a="http://schemas.openxmlformats.org/drawingml/2006/main">
            <a:defPPr algn="l">
              <a:defRPr sz="1725">
                <a:solidFill>
                  <a:srgbClr val="6B6880"/>
                </a:solidFill>
                <a:latin typeface="Futura"/>
                <a:ea typeface="Futura"/>
                <a:cs typeface="Futura"/>
              </a:defRPr>
            </a:defPPr>
            <a:lvl1pPr algn="l">
              <a:defRPr sz="1725">
                <a:solidFill>
                  <a:srgbClr val="6B6880"/>
                </a:solidFill>
                <a:latin typeface="Futura"/>
                <a:ea typeface="Futura"/>
                <a:cs typeface="Futura"/>
              </a:defRPr>
            </a:lvl1pPr>
            <a:lvl2pPr algn="l">
              <a:defRPr sz="1725">
                <a:solidFill>
                  <a:srgbClr val="6B6880"/>
                </a:solidFill>
                <a:latin typeface="Futura"/>
                <a:ea typeface="Futura"/>
                <a:cs typeface="Futura"/>
              </a:defRPr>
            </a:lvl2pPr>
            <a:lvl3pPr algn="l">
              <a:defRPr sz="1725">
                <a:solidFill>
                  <a:srgbClr val="6B6880"/>
                </a:solidFill>
                <a:latin typeface="Futura"/>
                <a:ea typeface="Futura"/>
                <a:cs typeface="Futura"/>
              </a:defRPr>
            </a:lvl3pPr>
            <a:lvl4pPr algn="l">
              <a:defRPr sz="1725">
                <a:solidFill>
                  <a:srgbClr val="6B6880"/>
                </a:solidFill>
                <a:latin typeface="Futura"/>
                <a:ea typeface="Futura"/>
                <a:cs typeface="Futura"/>
              </a:defRPr>
            </a:lvl4pPr>
            <a:lvl5pPr algn="l">
              <a:defRPr sz="1725">
                <a:solidFill>
                  <a:srgbClr val="6B6880"/>
                </a:solidFill>
                <a:latin typeface="Futura"/>
                <a:ea typeface="Futura"/>
                <a:cs typeface="Futura"/>
              </a:defRPr>
            </a:lvl5pPr>
            <a:lvl6pPr algn="l">
              <a:defRPr sz="1725">
                <a:solidFill>
                  <a:srgbClr val="6B6880"/>
                </a:solidFill>
                <a:latin typeface="Futura"/>
                <a:ea typeface="Futura"/>
                <a:cs typeface="Futura"/>
              </a:defRPr>
            </a:lvl6pPr>
            <a:lvl7pPr algn="l">
              <a:defRPr sz="1725">
                <a:solidFill>
                  <a:srgbClr val="6B6880"/>
                </a:solidFill>
                <a:latin typeface="Futura"/>
                <a:ea typeface="Futura"/>
                <a:cs typeface="Futura"/>
              </a:defRPr>
            </a:lvl7pPr>
            <a:lvl8pPr algn="l">
              <a:defRPr sz="1725">
                <a:solidFill>
                  <a:srgbClr val="6B6880"/>
                </a:solidFill>
                <a:latin typeface="Futura"/>
                <a:ea typeface="Futura"/>
                <a:cs typeface="Futura"/>
              </a:defRPr>
            </a:lvl8pPr>
            <a:lvl9pPr algn="l">
              <a:defRPr sz="1725">
                <a:solidFill>
                  <a:srgbClr val="6B6880"/>
                </a:solidFill>
                <a:latin typeface="Futura"/>
                <a:ea typeface="Futura"/>
                <a:cs typeface="Futura"/>
              </a:defRPr>
            </a:lvl9pPr>
          </a:lstStyle>
          <a:p xmlns:a="http://schemas.openxmlformats.org/drawingml/2006/main">
            <a:pPr algn="l">
              <a:defRPr sz="1725">
                <a:solidFill>
                  <a:srgbClr val="6B6880"/>
                </a:solidFill>
                <a:latin typeface="Futura"/>
                <a:ea typeface="Futura"/>
                <a:cs typeface="Futura"/>
              </a:defRPr>
            </a:pPr>
            <a:r>
              <a:rPr sz="1725">
                <a:solidFill>
                  <a:srgbClr val="6B6880"/>
                </a:solidFill>
                <a:latin typeface="Futura"/>
                <a:ea typeface="Futura"/>
                <a:cs typeface="Futura"/>
              </a:rPr>
              <a:t>Adapt to health and availability</a:t>
            </a:r>
          </a:p>
        </p:txBody>
      </p:sp>
    </p:spTree>
    <p:extLst>
      <p:ext uri="{BB962C8B-B14F-4D97-AF65-F5344CB8AC3E}">
        <p14:creationId xmlns:p14="http://schemas.microsoft.com/office/powerpoint/2010/main" val="1725556753"/>
      </p:ext>
    </p:extLst>
  </p:cSld>
</p:sld>
</file>

<file path=ppt/slides/slide2.xml><?xml version="1.0" encoding="utf-8"?>
<p:sld xmlns:p="http://schemas.openxmlformats.org/presentationml/2006/main">
  <p:cSld>
    <p:bg>
      <p:bgPr>
        <a:solidFill xmlns:a="http://schemas.openxmlformats.org/drawingml/2006/main">
          <a:srgbClr val="FFFEFC"/>
        </a:solidFill>
      </p:bgPr>
    </p:bg>
    <p:spTree>
      <p:nvGrpSpPr>
        <p:cNvPr id="1" name=""/>
        <p:cNvGrpSpPr/>
        <p:nvPr/>
      </p:nvGrpSpPr>
      <p:grpSpPr>
        <a:xfrm xmlns:a="http://schemas.openxmlformats.org/drawingml/2006/main"/>
      </p:grpSpPr>
      <p:cxnSp>
        <p:nvCxnSpPr>
          <p:cNvPr id="20" name="">
            <a:extLst xmlns:a="http://schemas.openxmlformats.org/drawingml/2006/main">
              <a:ext uri="{FF2B5EF4-FFF2-40B4-BE49-F238E27FC236}">
                <a16:creationId xmlns:a16="http://schemas.microsoft.com/office/drawing/2014/main" id="{1493C6B5-036F-4638-A5EB-59AEEDFF064A}"/>
              </a:ext>
            </a:extLst>
          </p:cNvPr>
          <p:cNvCxnSpPr>
            <a:stCxn xmlns:a="http://schemas.openxmlformats.org/drawingml/2006/main" id="2" idx="6"/>
            <a:endCxn xmlns:a="http://schemas.openxmlformats.org/drawingml/2006/main" id="19" idx="1"/>
          </p:cNvCxnSpPr>
          <p:nvPr/>
        </p:nvCxnSpPr>
        <p:spPr>
          <a:xfrm xmlns:a="http://schemas.openxmlformats.org/drawingml/2006/main" rot="16200000" flipH="1">
            <a:off x="7224713" y="3643313"/>
            <a:ext cx="1209675" cy="952500"/>
          </a:xfrm>
          <a:prstGeom xmlns:a="http://schemas.openxmlformats.org/drawingml/2006/main" prst="curvedConnector3">
            <a:avLst>
              <a:gd name="adj1" fmla="val 50000"/>
            </a:avLst>
          </a:prstGeom>
          <a:ln xmlns:a="http://schemas.openxmlformats.org/drawingml/2006/main" w="21908">
            <a:solidFill>
              <a:srgbClr val="9D9CF4"/>
            </a:solidFill>
            <a:prstDash val="solid"/>
          </a:ln>
        </p:spPr>
      </p:cxnSp>
      <p:cxnSp>
        <p:nvCxnSpPr>
          <p:cNvPr id="15" name="">
            <a:extLst xmlns:a="http://schemas.openxmlformats.org/drawingml/2006/main">
              <a:ext uri="{FF2B5EF4-FFF2-40B4-BE49-F238E27FC236}">
                <a16:creationId xmlns:a16="http://schemas.microsoft.com/office/drawing/2014/main" id="{E19F2B53-1F41-40ED-B0F7-06624ECE2700}"/>
              </a:ext>
            </a:extLst>
          </p:cNvPr>
          <p:cNvCxnSpPr>
            <a:stCxn xmlns:a="http://schemas.openxmlformats.org/drawingml/2006/main" id="2" idx="2"/>
            <a:endCxn xmlns:a="http://schemas.openxmlformats.org/drawingml/2006/main" id="14" idx="3"/>
          </p:cNvCxnSpPr>
          <p:nvPr/>
        </p:nvCxnSpPr>
        <p:spPr>
          <a:xfrm xmlns:a="http://schemas.openxmlformats.org/drawingml/2006/main" rot="5400000">
            <a:off x="3757613" y="3643313"/>
            <a:ext cx="1209675" cy="952500"/>
          </a:xfrm>
          <a:prstGeom xmlns:a="http://schemas.openxmlformats.org/drawingml/2006/main" prst="curvedConnector3">
            <a:avLst>
              <a:gd name="adj1" fmla="val 50000"/>
            </a:avLst>
          </a:prstGeom>
          <a:ln xmlns:a="http://schemas.openxmlformats.org/drawingml/2006/main" w="21908">
            <a:solidFill>
              <a:srgbClr val="F58F9C"/>
            </a:solidFill>
            <a:prstDash val="solid"/>
          </a:ln>
        </p:spPr>
      </p:cxnSp>
      <p:cxnSp>
        <p:nvCxnSpPr>
          <p:cNvPr id="10" name="">
            <a:extLst xmlns:a="http://schemas.openxmlformats.org/drawingml/2006/main">
              <a:ext uri="{FF2B5EF4-FFF2-40B4-BE49-F238E27FC236}">
                <a16:creationId xmlns:a16="http://schemas.microsoft.com/office/drawing/2014/main" id="{70087CDD-737F-452C-9674-90106975D86A}"/>
              </a:ext>
            </a:extLst>
          </p:cNvPr>
          <p:cNvCxnSpPr>
            <a:stCxn xmlns:a="http://schemas.openxmlformats.org/drawingml/2006/main" id="2" idx="6"/>
            <a:endCxn xmlns:a="http://schemas.openxmlformats.org/drawingml/2006/main" id="9" idx="1"/>
          </p:cNvCxnSpPr>
          <p:nvPr/>
        </p:nvCxnSpPr>
        <p:spPr>
          <a:xfrm xmlns:a="http://schemas.openxmlformats.org/drawingml/2006/main" rot="5400000">
            <a:off x="7005638" y="2214563"/>
            <a:ext cx="1647825" cy="952500"/>
          </a:xfrm>
          <a:prstGeom xmlns:a="http://schemas.openxmlformats.org/drawingml/2006/main" prst="curvedConnector3">
            <a:avLst>
              <a:gd name="adj1" fmla="val 50000"/>
            </a:avLst>
          </a:prstGeom>
          <a:ln xmlns:a="http://schemas.openxmlformats.org/drawingml/2006/main" w="21908">
            <a:solidFill>
              <a:srgbClr val="9D9CF4"/>
            </a:solidFill>
            <a:prstDash val="solid"/>
          </a:ln>
        </p:spPr>
      </p:cxnSp>
      <p:cxnSp>
        <p:nvCxnSpPr>
          <p:cNvPr id="5" name="">
            <a:extLst xmlns:a="http://schemas.openxmlformats.org/drawingml/2006/main">
              <a:ext uri="{FF2B5EF4-FFF2-40B4-BE49-F238E27FC236}">
                <a16:creationId xmlns:a16="http://schemas.microsoft.com/office/drawing/2014/main" id="{21065DCE-C907-43C1-9866-B6138A1BEAFD}"/>
              </a:ext>
            </a:extLst>
          </p:cNvPr>
          <p:cNvCxnSpPr>
            <a:stCxn xmlns:a="http://schemas.openxmlformats.org/drawingml/2006/main" id="2" idx="2"/>
            <a:endCxn xmlns:a="http://schemas.openxmlformats.org/drawingml/2006/main" id="4" idx="3"/>
          </p:cNvCxnSpPr>
          <p:nvPr/>
        </p:nvCxnSpPr>
        <p:spPr>
          <a:xfrm xmlns:a="http://schemas.openxmlformats.org/drawingml/2006/main" rot="16200000" flipH="1">
            <a:off x="3538538" y="2214563"/>
            <a:ext cx="1647825" cy="952500"/>
          </a:xfrm>
          <a:prstGeom xmlns:a="http://schemas.openxmlformats.org/drawingml/2006/main" prst="curvedConnector3">
            <a:avLst>
              <a:gd name="adj1" fmla="val 50000"/>
            </a:avLst>
          </a:prstGeom>
          <a:ln xmlns:a="http://schemas.openxmlformats.org/drawingml/2006/main" w="21908">
            <a:solidFill>
              <a:srgbClr val="9D9CF4"/>
            </a:solidFill>
            <a:prstDash val="solid"/>
          </a:ln>
        </p:spPr>
      </p:cxnSp>
      <p:sp>
        <p:nvSpPr>
          <p:cNvPr id="24" name="Diagram title">
            <a:extLst xmlns:a="http://schemas.openxmlformats.org/drawingml/2006/main">
              <a:ext uri="{FF2B5EF4-FFF2-40B4-BE49-F238E27FC236}">
                <a16:creationId xmlns:a16="http://schemas.microsoft.com/office/drawing/2014/main" id="{42DB7E83-DD9A-42C9-8313-7D682F228FD2}"/>
              </a:ext>
            </a:extLst>
          </p:cNvPr>
          <p:cNvSpPr>
            <a:spLocks xmlns:a="http://schemas.openxmlformats.org/drawingml/2006/main" noGrp="1"/>
          </p:cNvSpPr>
          <p:nvPr/>
        </p:nvSpPr>
        <p:spPr>
          <a:xfrm xmlns:a="http://schemas.openxmlformats.org/drawingml/2006/main">
            <a:off x="609600" y="381000"/>
            <a:ext cx="10972800" cy="666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lstStyle xmlns:a="http://schemas.openxmlformats.org/drawingml/2006/main">
            <a:defPPr algn="l">
              <a:defRPr sz="3450">
                <a:solidFill>
                  <a:srgbClr val="2E267C"/>
                </a:solidFill>
                <a:latin typeface="Georgia"/>
                <a:ea typeface="Georgia"/>
                <a:cs typeface="Georgia"/>
              </a:defRPr>
            </a:defPPr>
            <a:lvl1pPr algn="l">
              <a:defRPr sz="3450">
                <a:solidFill>
                  <a:srgbClr val="2E267C"/>
                </a:solidFill>
                <a:latin typeface="Georgia"/>
                <a:ea typeface="Georgia"/>
                <a:cs typeface="Georgia"/>
              </a:defRPr>
            </a:lvl1pPr>
            <a:lvl2pPr algn="l">
              <a:defRPr sz="3450">
                <a:solidFill>
                  <a:srgbClr val="2E267C"/>
                </a:solidFill>
                <a:latin typeface="Georgia"/>
                <a:ea typeface="Georgia"/>
                <a:cs typeface="Georgia"/>
              </a:defRPr>
            </a:lvl2pPr>
            <a:lvl3pPr algn="l">
              <a:defRPr sz="3450">
                <a:solidFill>
                  <a:srgbClr val="2E267C"/>
                </a:solidFill>
                <a:latin typeface="Georgia"/>
                <a:ea typeface="Georgia"/>
                <a:cs typeface="Georgia"/>
              </a:defRPr>
            </a:lvl3pPr>
            <a:lvl4pPr algn="l">
              <a:defRPr sz="3450">
                <a:solidFill>
                  <a:srgbClr val="2E267C"/>
                </a:solidFill>
                <a:latin typeface="Georgia"/>
                <a:ea typeface="Georgia"/>
                <a:cs typeface="Georgia"/>
              </a:defRPr>
            </a:lvl4pPr>
            <a:lvl5pPr algn="l">
              <a:defRPr sz="3450">
                <a:solidFill>
                  <a:srgbClr val="2E267C"/>
                </a:solidFill>
                <a:latin typeface="Georgia"/>
                <a:ea typeface="Georgia"/>
                <a:cs typeface="Georgia"/>
              </a:defRPr>
            </a:lvl5pPr>
            <a:lvl6pPr algn="l">
              <a:defRPr sz="3450">
                <a:solidFill>
                  <a:srgbClr val="2E267C"/>
                </a:solidFill>
                <a:latin typeface="Georgia"/>
                <a:ea typeface="Georgia"/>
                <a:cs typeface="Georgia"/>
              </a:defRPr>
            </a:lvl6pPr>
            <a:lvl7pPr algn="l">
              <a:defRPr sz="3450">
                <a:solidFill>
                  <a:srgbClr val="2E267C"/>
                </a:solidFill>
                <a:latin typeface="Georgia"/>
                <a:ea typeface="Georgia"/>
                <a:cs typeface="Georgia"/>
              </a:defRPr>
            </a:lvl7pPr>
            <a:lvl8pPr algn="l">
              <a:defRPr sz="3450">
                <a:solidFill>
                  <a:srgbClr val="2E267C"/>
                </a:solidFill>
                <a:latin typeface="Georgia"/>
                <a:ea typeface="Georgia"/>
                <a:cs typeface="Georgia"/>
              </a:defRPr>
            </a:lvl8pPr>
            <a:lvl9pPr algn="l">
              <a:defRPr sz="3450">
                <a:solidFill>
                  <a:srgbClr val="2E267C"/>
                </a:solidFill>
                <a:latin typeface="Georgia"/>
                <a:ea typeface="Georgia"/>
                <a:cs typeface="Georgia"/>
              </a:defRPr>
            </a:lvl9pPr>
          </a:lstStyle>
          <a:p xmlns:a="http://schemas.openxmlformats.org/drawingml/2006/main">
            <a:pPr algn="l">
              <a:defRPr sz="3450">
                <a:solidFill>
                  <a:srgbClr val="2E267C"/>
                </a:solidFill>
                <a:latin typeface="Georgia"/>
                <a:ea typeface="Georgia"/>
                <a:cs typeface="Georgia"/>
              </a:defRPr>
            </a:pPr>
            <a:r>
              <a:rPr sz="3450">
                <a:solidFill>
                  <a:srgbClr val="2E267C"/>
                </a:solidFill>
                <a:latin typeface="Georgia"/>
                <a:ea typeface="Georgia"/>
                <a:cs typeface="Georgia"/>
              </a:rPr>
              <a:t>Feedback from older learners</a:t>
            </a:r>
          </a:p>
        </p:txBody>
      </p:sp>
      <p:sp>
        <p:nvSpPr>
          <p:cNvPr id="2" name="Central topic">
            <a:extLst xmlns:a="http://schemas.openxmlformats.org/drawingml/2006/main">
              <a:ext uri="{FF2B5EF4-FFF2-40B4-BE49-F238E27FC236}">
                <a16:creationId xmlns:a16="http://schemas.microsoft.com/office/drawing/2014/main" id="{0466993A-CCEF-47D1-B88B-1278F900D221}"/>
              </a:ext>
            </a:extLst>
          </p:cNvPr>
          <p:cNvSpPr>
            <a:spLocks xmlns:a="http://schemas.openxmlformats.org/drawingml/2006/main" noGrp="1"/>
          </p:cNvSpPr>
          <p:nvPr/>
        </p:nvSpPr>
        <p:spPr>
          <a:xfrm xmlns:a="http://schemas.openxmlformats.org/drawingml/2006/main">
            <a:off x="4838700" y="2609850"/>
            <a:ext cx="2514600" cy="1809750"/>
          </a:xfrm>
          <a:prstGeom xmlns:a="http://schemas.openxmlformats.org/drawingml/2006/main" prst="ellipse">
            <a:avLst/>
          </a:prstGeom>
          <a:solidFill xmlns:a="http://schemas.openxmlformats.org/drawingml/2006/main">
            <a:srgbClr val="E9E8FF"/>
          </a:solidFill>
          <a:ln xmlns:a="http://schemas.openxmlformats.org/drawingml/2006/main" w="16193">
            <a:solidFill>
              <a:srgbClr val="9D9CF4"/>
            </a:solidFill>
          </a:ln>
        </p:spPr>
        <p:txBody>
          <a:bodyPr xmlns:a="http://schemas.openxmlformats.org/drawingml/2006/main"/>
          <a:lstStyle xmlns:a="http://schemas.openxmlformats.org/drawingml/2006/main">
            <a:defPPr>
              <a:defRPr sz="2175">
                <a:latin typeface="Futura"/>
                <a:ea typeface="Futura"/>
                <a:cs typeface="Futura"/>
              </a:defRPr>
            </a:defPPr>
            <a:lvl1pPr>
              <a:defRPr sz="2175">
                <a:latin typeface="Futura"/>
                <a:ea typeface="Futura"/>
                <a:cs typeface="Futura"/>
              </a:defRPr>
            </a:lvl1pPr>
            <a:lvl2pPr>
              <a:defRPr sz="2175">
                <a:latin typeface="Futura"/>
                <a:ea typeface="Futura"/>
                <a:cs typeface="Futura"/>
              </a:defRPr>
            </a:lvl2pPr>
            <a:lvl3pPr>
              <a:defRPr sz="2175">
                <a:latin typeface="Futura"/>
                <a:ea typeface="Futura"/>
                <a:cs typeface="Futura"/>
              </a:defRPr>
            </a:lvl3pPr>
            <a:lvl4pPr>
              <a:defRPr sz="2175">
                <a:latin typeface="Futura"/>
                <a:ea typeface="Futura"/>
                <a:cs typeface="Futura"/>
              </a:defRPr>
            </a:lvl4pPr>
            <a:lvl5pPr>
              <a:defRPr sz="2175">
                <a:latin typeface="Futura"/>
                <a:ea typeface="Futura"/>
                <a:cs typeface="Futura"/>
              </a:defRPr>
            </a:lvl5pPr>
            <a:lvl6pPr>
              <a:defRPr sz="2175">
                <a:latin typeface="Futura"/>
                <a:ea typeface="Futura"/>
                <a:cs typeface="Futura"/>
              </a:defRPr>
            </a:lvl6pPr>
            <a:lvl7pPr>
              <a:defRPr sz="2175">
                <a:latin typeface="Futura"/>
                <a:ea typeface="Futura"/>
                <a:cs typeface="Futura"/>
              </a:defRPr>
            </a:lvl7pPr>
            <a:lvl8pPr>
              <a:defRPr sz="2175">
                <a:latin typeface="Futura"/>
                <a:ea typeface="Futura"/>
                <a:cs typeface="Futura"/>
              </a:defRPr>
            </a:lvl8pPr>
            <a:lvl9pPr>
              <a:defRPr sz="2175">
                <a:latin typeface="Futura"/>
                <a:ea typeface="Futura"/>
                <a:cs typeface="Futura"/>
              </a:defRPr>
            </a:lvl9pPr>
          </a:lstStyle>
          <a:p xmlns:a="http://schemas.openxmlformats.org/drawingml/2006/main"/>
        </p:txBody>
      </p:sp>
      <p:sp>
        <p:nvSpPr>
          <p:cNvPr id="3" name="Central topic text">
            <a:extLst xmlns:a="http://schemas.openxmlformats.org/drawingml/2006/main">
              <a:ext uri="{FF2B5EF4-FFF2-40B4-BE49-F238E27FC236}">
                <a16:creationId xmlns:a16="http://schemas.microsoft.com/office/drawing/2014/main" id="{0AA3C283-8C01-4377-BCB4-0B900CD665DD}"/>
              </a:ext>
            </a:extLst>
          </p:cNvPr>
          <p:cNvSpPr>
            <a:spLocks xmlns:a="http://schemas.openxmlformats.org/drawingml/2006/main" noGrp="1"/>
          </p:cNvSpPr>
          <p:nvPr/>
        </p:nvSpPr>
        <p:spPr>
          <a:xfrm xmlns:a="http://schemas.openxmlformats.org/drawingml/2006/main">
            <a:off x="5057775" y="3076575"/>
            <a:ext cx="2076450" cy="952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lstStyle xmlns:a="http://schemas.openxmlformats.org/drawingml/2006/main">
            <a:defPPr algn="ctr">
              <a:defRPr sz="2175">
                <a:solidFill>
                  <a:srgbClr val="2E267C"/>
                </a:solidFill>
                <a:latin typeface="Georgia"/>
                <a:ea typeface="Georgia"/>
                <a:cs typeface="Georgia"/>
              </a:defRPr>
            </a:defPPr>
            <a:lvl1pPr algn="ctr">
              <a:defRPr sz="2175">
                <a:solidFill>
                  <a:srgbClr val="2E267C"/>
                </a:solidFill>
                <a:latin typeface="Georgia"/>
                <a:ea typeface="Georgia"/>
                <a:cs typeface="Georgia"/>
              </a:defRPr>
            </a:lvl1pPr>
            <a:lvl2pPr algn="ctr">
              <a:defRPr sz="2175">
                <a:solidFill>
                  <a:srgbClr val="2E267C"/>
                </a:solidFill>
                <a:latin typeface="Georgia"/>
                <a:ea typeface="Georgia"/>
                <a:cs typeface="Georgia"/>
              </a:defRPr>
            </a:lvl2pPr>
            <a:lvl3pPr algn="ctr">
              <a:defRPr sz="2175">
                <a:solidFill>
                  <a:srgbClr val="2E267C"/>
                </a:solidFill>
                <a:latin typeface="Georgia"/>
                <a:ea typeface="Georgia"/>
                <a:cs typeface="Georgia"/>
              </a:defRPr>
            </a:lvl3pPr>
            <a:lvl4pPr algn="ctr">
              <a:defRPr sz="2175">
                <a:solidFill>
                  <a:srgbClr val="2E267C"/>
                </a:solidFill>
                <a:latin typeface="Georgia"/>
                <a:ea typeface="Georgia"/>
                <a:cs typeface="Georgia"/>
              </a:defRPr>
            </a:lvl4pPr>
            <a:lvl5pPr algn="ctr">
              <a:defRPr sz="2175">
                <a:solidFill>
                  <a:srgbClr val="2E267C"/>
                </a:solidFill>
                <a:latin typeface="Georgia"/>
                <a:ea typeface="Georgia"/>
                <a:cs typeface="Georgia"/>
              </a:defRPr>
            </a:lvl5pPr>
            <a:lvl6pPr algn="ctr">
              <a:defRPr sz="2175">
                <a:solidFill>
                  <a:srgbClr val="2E267C"/>
                </a:solidFill>
                <a:latin typeface="Georgia"/>
                <a:ea typeface="Georgia"/>
                <a:cs typeface="Georgia"/>
              </a:defRPr>
            </a:lvl6pPr>
            <a:lvl7pPr algn="ctr">
              <a:defRPr sz="2175">
                <a:solidFill>
                  <a:srgbClr val="2E267C"/>
                </a:solidFill>
                <a:latin typeface="Georgia"/>
                <a:ea typeface="Georgia"/>
                <a:cs typeface="Georgia"/>
              </a:defRPr>
            </a:lvl7pPr>
            <a:lvl8pPr algn="ctr">
              <a:defRPr sz="2175">
                <a:solidFill>
                  <a:srgbClr val="2E267C"/>
                </a:solidFill>
                <a:latin typeface="Georgia"/>
                <a:ea typeface="Georgia"/>
                <a:cs typeface="Georgia"/>
              </a:defRPr>
            </a:lvl8pPr>
            <a:lvl9pPr algn="ctr">
              <a:defRPr sz="2175">
                <a:solidFill>
                  <a:srgbClr val="2E267C"/>
                </a:solidFill>
                <a:latin typeface="Georgia"/>
                <a:ea typeface="Georgia"/>
                <a:cs typeface="Georgia"/>
              </a:defRPr>
            </a:lvl9pPr>
          </a:lstStyle>
          <a:p xmlns:a="http://schemas.openxmlformats.org/drawingml/2006/main">
            <a:pPr algn="ctr">
              <a:defRPr sz="2175">
                <a:solidFill>
                  <a:srgbClr val="2E267C"/>
                </a:solidFill>
                <a:latin typeface="Georgia"/>
                <a:ea typeface="Georgia"/>
                <a:cs typeface="Georgia"/>
              </a:defRPr>
            </a:pPr>
            <a:r>
              <a:rPr sz="2175">
                <a:solidFill>
                  <a:srgbClr val="2E267C"/>
                </a:solidFill>
                <a:latin typeface="Georgia"/>
                <a:ea typeface="Georgia"/>
                <a:cs typeface="Georgia"/>
              </a:rPr>
              <a:t>A handbook</a:t>
            </a:r>
          </a:p>
          <a:p xmlns:a="http://schemas.openxmlformats.org/drawingml/2006/main">
            <a:pPr algn="ctr">
              <a:defRPr sz="2175">
                <a:solidFill>
                  <a:srgbClr val="2E267C"/>
                </a:solidFill>
                <a:latin typeface="Georgia"/>
                <a:ea typeface="Georgia"/>
                <a:cs typeface="Georgia"/>
              </a:defRPr>
            </a:pPr>
            <a:r>
              <a:rPr sz="2175">
                <a:solidFill>
                  <a:srgbClr val="2E267C"/>
                </a:solidFill>
                <a:latin typeface="Georgia"/>
                <a:ea typeface="Georgia"/>
                <a:cs typeface="Georgia"/>
              </a:rPr>
              <a:t>they can use</a:t>
            </a:r>
          </a:p>
        </p:txBody>
      </p:sp>
      <p:sp>
        <p:nvSpPr>
          <p:cNvPr id="4" name="Branch 1">
            <a:extLst xmlns:a="http://schemas.openxmlformats.org/drawingml/2006/main">
              <a:ext uri="{FF2B5EF4-FFF2-40B4-BE49-F238E27FC236}">
                <a16:creationId xmlns:a16="http://schemas.microsoft.com/office/drawing/2014/main" id="{28D6E1D1-0189-4BE3-A3A0-EEF95321B45B}"/>
              </a:ext>
            </a:extLst>
          </p:cNvPr>
          <p:cNvSpPr>
            <a:spLocks xmlns:a="http://schemas.openxmlformats.org/drawingml/2006/main" noGrp="1"/>
          </p:cNvSpPr>
          <p:nvPr/>
        </p:nvSpPr>
        <p:spPr>
          <a:xfrm xmlns:a="http://schemas.openxmlformats.org/drawingml/2006/main">
            <a:off x="619125" y="1676400"/>
            <a:ext cx="3267075" cy="3810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lstStyle xmlns:a="http://schemas.openxmlformats.org/drawingml/2006/main">
            <a:defPPr algn="l">
              <a:defRPr sz="2175">
                <a:solidFill>
                  <a:srgbClr val="2E267C"/>
                </a:solidFill>
                <a:latin typeface="Futura"/>
                <a:ea typeface="Futura"/>
                <a:cs typeface="Futura"/>
              </a:defRPr>
            </a:defPPr>
            <a:lvl1pPr algn="l">
              <a:defRPr sz="2175">
                <a:solidFill>
                  <a:srgbClr val="2E267C"/>
                </a:solidFill>
                <a:latin typeface="Futura"/>
                <a:ea typeface="Futura"/>
                <a:cs typeface="Futura"/>
              </a:defRPr>
            </a:lvl1pPr>
            <a:lvl2pPr algn="l">
              <a:defRPr sz="2175">
                <a:solidFill>
                  <a:srgbClr val="2E267C"/>
                </a:solidFill>
                <a:latin typeface="Futura"/>
                <a:ea typeface="Futura"/>
                <a:cs typeface="Futura"/>
              </a:defRPr>
            </a:lvl2pPr>
            <a:lvl3pPr algn="l">
              <a:defRPr sz="2175">
                <a:solidFill>
                  <a:srgbClr val="2E267C"/>
                </a:solidFill>
                <a:latin typeface="Futura"/>
                <a:ea typeface="Futura"/>
                <a:cs typeface="Futura"/>
              </a:defRPr>
            </a:lvl3pPr>
            <a:lvl4pPr algn="l">
              <a:defRPr sz="2175">
                <a:solidFill>
                  <a:srgbClr val="2E267C"/>
                </a:solidFill>
                <a:latin typeface="Futura"/>
                <a:ea typeface="Futura"/>
                <a:cs typeface="Futura"/>
              </a:defRPr>
            </a:lvl4pPr>
            <a:lvl5pPr algn="l">
              <a:defRPr sz="2175">
                <a:solidFill>
                  <a:srgbClr val="2E267C"/>
                </a:solidFill>
                <a:latin typeface="Futura"/>
                <a:ea typeface="Futura"/>
                <a:cs typeface="Futura"/>
              </a:defRPr>
            </a:lvl5pPr>
            <a:lvl6pPr algn="l">
              <a:defRPr sz="2175">
                <a:solidFill>
                  <a:srgbClr val="2E267C"/>
                </a:solidFill>
                <a:latin typeface="Futura"/>
                <a:ea typeface="Futura"/>
                <a:cs typeface="Futura"/>
              </a:defRPr>
            </a:lvl6pPr>
            <a:lvl7pPr algn="l">
              <a:defRPr sz="2175">
                <a:solidFill>
                  <a:srgbClr val="2E267C"/>
                </a:solidFill>
                <a:latin typeface="Futura"/>
                <a:ea typeface="Futura"/>
                <a:cs typeface="Futura"/>
              </a:defRPr>
            </a:lvl7pPr>
            <a:lvl8pPr algn="l">
              <a:defRPr sz="2175">
                <a:solidFill>
                  <a:srgbClr val="2E267C"/>
                </a:solidFill>
                <a:latin typeface="Futura"/>
                <a:ea typeface="Futura"/>
                <a:cs typeface="Futura"/>
              </a:defRPr>
            </a:lvl8pPr>
            <a:lvl9pPr algn="l">
              <a:defRPr sz="2175">
                <a:solidFill>
                  <a:srgbClr val="2E267C"/>
                </a:solidFill>
                <a:latin typeface="Futura"/>
                <a:ea typeface="Futura"/>
                <a:cs typeface="Futura"/>
              </a:defRPr>
            </a:lvl9pPr>
          </a:lstStyle>
          <a:p xmlns:a="http://schemas.openxmlformats.org/drawingml/2006/main">
            <a:pPr algn="l">
              <a:defRPr sz="2175">
                <a:solidFill>
                  <a:srgbClr val="2E267C"/>
                </a:solidFill>
                <a:latin typeface="Futura"/>
                <a:ea typeface="Futura"/>
                <a:cs typeface="Futura"/>
              </a:defRPr>
            </a:pPr>
            <a:r>
              <a:rPr sz="2175">
                <a:solidFill>
                  <a:srgbClr val="2E267C"/>
                </a:solidFill>
                <a:latin typeface="Futura"/>
                <a:ea typeface="Futura"/>
                <a:cs typeface="Futura"/>
              </a:rPr>
              <a:t>Easier to read</a:t>
            </a:r>
          </a:p>
        </p:txBody>
      </p:sp>
      <p:sp>
        <p:nvSpPr>
          <p:cNvPr id="6" name="Branch underline 1">
            <a:extLst xmlns:a="http://schemas.openxmlformats.org/drawingml/2006/main">
              <a:ext uri="{FF2B5EF4-FFF2-40B4-BE49-F238E27FC236}">
                <a16:creationId xmlns:a16="http://schemas.microsoft.com/office/drawing/2014/main" id="{53ECB498-C4C1-4113-9EF5-D2F16B20E46F}"/>
              </a:ext>
            </a:extLst>
          </p:cNvPr>
          <p:cNvSpPr>
            <a:spLocks xmlns:a="http://schemas.openxmlformats.org/drawingml/2006/main" noGrp="1"/>
          </p:cNvSpPr>
          <p:nvPr/>
        </p:nvSpPr>
        <p:spPr>
          <a:xfrm xmlns:a="http://schemas.openxmlformats.org/drawingml/2006/main">
            <a:off x="619125" y="2105025"/>
            <a:ext cx="3267075" cy="0"/>
          </a:xfrm>
          <a:prstGeom xmlns:a="http://schemas.openxmlformats.org/drawingml/2006/main" prst="line">
            <a:avLst/>
          </a:prstGeom>
          <a:noFill xmlns:a="http://schemas.openxmlformats.org/drawingml/2006/main"/>
          <a:ln xmlns:a="http://schemas.openxmlformats.org/drawingml/2006/main" w="13335">
            <a:solidFill>
              <a:srgbClr val="2E267C"/>
            </a:solidFill>
          </a:ln>
        </p:spPr>
      </p:sp>
      <p:sp>
        <p:nvSpPr>
          <p:cNvPr id="7" name="Branch 1 detail 1">
            <a:extLst xmlns:a="http://schemas.openxmlformats.org/drawingml/2006/main">
              <a:ext uri="{FF2B5EF4-FFF2-40B4-BE49-F238E27FC236}">
                <a16:creationId xmlns:a16="http://schemas.microsoft.com/office/drawing/2014/main" id="{16883226-60CB-4FD4-BB8F-D6D53FBA1912}"/>
              </a:ext>
            </a:extLst>
          </p:cNvPr>
          <p:cNvSpPr>
            <a:spLocks xmlns:a="http://schemas.openxmlformats.org/drawingml/2006/main" noGrp="1"/>
          </p:cNvSpPr>
          <p:nvPr/>
        </p:nvSpPr>
        <p:spPr>
          <a:xfrm xmlns:a="http://schemas.openxmlformats.org/drawingml/2006/main">
            <a:off x="619125" y="2266950"/>
            <a:ext cx="3267075" cy="3238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lstStyle xmlns:a="http://schemas.openxmlformats.org/drawingml/2006/main">
            <a:defPPr algn="l">
              <a:defRPr sz="1725">
                <a:solidFill>
                  <a:srgbClr val="6B6880"/>
                </a:solidFill>
                <a:latin typeface="Futura"/>
                <a:ea typeface="Futura"/>
                <a:cs typeface="Futura"/>
              </a:defRPr>
            </a:defPPr>
            <a:lvl1pPr algn="l">
              <a:defRPr sz="1725">
                <a:solidFill>
                  <a:srgbClr val="6B6880"/>
                </a:solidFill>
                <a:latin typeface="Futura"/>
                <a:ea typeface="Futura"/>
                <a:cs typeface="Futura"/>
              </a:defRPr>
            </a:lvl1pPr>
            <a:lvl2pPr algn="l">
              <a:defRPr sz="1725">
                <a:solidFill>
                  <a:srgbClr val="6B6880"/>
                </a:solidFill>
                <a:latin typeface="Futura"/>
                <a:ea typeface="Futura"/>
                <a:cs typeface="Futura"/>
              </a:defRPr>
            </a:lvl2pPr>
            <a:lvl3pPr algn="l">
              <a:defRPr sz="1725">
                <a:solidFill>
                  <a:srgbClr val="6B6880"/>
                </a:solidFill>
                <a:latin typeface="Futura"/>
                <a:ea typeface="Futura"/>
                <a:cs typeface="Futura"/>
              </a:defRPr>
            </a:lvl3pPr>
            <a:lvl4pPr algn="l">
              <a:defRPr sz="1725">
                <a:solidFill>
                  <a:srgbClr val="6B6880"/>
                </a:solidFill>
                <a:latin typeface="Futura"/>
                <a:ea typeface="Futura"/>
                <a:cs typeface="Futura"/>
              </a:defRPr>
            </a:lvl4pPr>
            <a:lvl5pPr algn="l">
              <a:defRPr sz="1725">
                <a:solidFill>
                  <a:srgbClr val="6B6880"/>
                </a:solidFill>
                <a:latin typeface="Futura"/>
                <a:ea typeface="Futura"/>
                <a:cs typeface="Futura"/>
              </a:defRPr>
            </a:lvl5pPr>
            <a:lvl6pPr algn="l">
              <a:defRPr sz="1725">
                <a:solidFill>
                  <a:srgbClr val="6B6880"/>
                </a:solidFill>
                <a:latin typeface="Futura"/>
                <a:ea typeface="Futura"/>
                <a:cs typeface="Futura"/>
              </a:defRPr>
            </a:lvl6pPr>
            <a:lvl7pPr algn="l">
              <a:defRPr sz="1725">
                <a:solidFill>
                  <a:srgbClr val="6B6880"/>
                </a:solidFill>
                <a:latin typeface="Futura"/>
                <a:ea typeface="Futura"/>
                <a:cs typeface="Futura"/>
              </a:defRPr>
            </a:lvl7pPr>
            <a:lvl8pPr algn="l">
              <a:defRPr sz="1725">
                <a:solidFill>
                  <a:srgbClr val="6B6880"/>
                </a:solidFill>
                <a:latin typeface="Futura"/>
                <a:ea typeface="Futura"/>
                <a:cs typeface="Futura"/>
              </a:defRPr>
            </a:lvl8pPr>
            <a:lvl9pPr algn="l">
              <a:defRPr sz="1725">
                <a:solidFill>
                  <a:srgbClr val="6B6880"/>
                </a:solidFill>
                <a:latin typeface="Futura"/>
                <a:ea typeface="Futura"/>
                <a:cs typeface="Futura"/>
              </a:defRPr>
            </a:lvl9pPr>
          </a:lstStyle>
          <a:p xmlns:a="http://schemas.openxmlformats.org/drawingml/2006/main">
            <a:pPr algn="l">
              <a:defRPr sz="1725">
                <a:solidFill>
                  <a:srgbClr val="6B6880"/>
                </a:solidFill>
                <a:latin typeface="Futura"/>
                <a:ea typeface="Futura"/>
                <a:cs typeface="Futura"/>
              </a:defRPr>
            </a:pPr>
            <a:r>
              <a:rPr sz="1725">
                <a:solidFill>
                  <a:srgbClr val="6B6880"/>
                </a:solidFill>
                <a:latin typeface="Futura"/>
                <a:ea typeface="Futura"/>
                <a:cs typeface="Futura"/>
              </a:rPr>
              <a:t>Larger type</a:t>
            </a:r>
          </a:p>
        </p:txBody>
      </p:sp>
      <p:sp>
        <p:nvSpPr>
          <p:cNvPr id="8" name="Branch 1 detail 2">
            <a:extLst xmlns:a="http://schemas.openxmlformats.org/drawingml/2006/main">
              <a:ext uri="{FF2B5EF4-FFF2-40B4-BE49-F238E27FC236}">
                <a16:creationId xmlns:a16="http://schemas.microsoft.com/office/drawing/2014/main" id="{E6B4C1BC-A3BD-466E-956F-804E27A20EC7}"/>
              </a:ext>
            </a:extLst>
          </p:cNvPr>
          <p:cNvSpPr>
            <a:spLocks xmlns:a="http://schemas.openxmlformats.org/drawingml/2006/main" noGrp="1"/>
          </p:cNvSpPr>
          <p:nvPr/>
        </p:nvSpPr>
        <p:spPr>
          <a:xfrm xmlns:a="http://schemas.openxmlformats.org/drawingml/2006/main">
            <a:off x="619125" y="2638425"/>
            <a:ext cx="3267075" cy="3238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lstStyle xmlns:a="http://schemas.openxmlformats.org/drawingml/2006/main">
            <a:defPPr algn="l">
              <a:defRPr sz="1725">
                <a:solidFill>
                  <a:srgbClr val="6B6880"/>
                </a:solidFill>
                <a:latin typeface="Futura"/>
                <a:ea typeface="Futura"/>
                <a:cs typeface="Futura"/>
              </a:defRPr>
            </a:defPPr>
            <a:lvl1pPr algn="l">
              <a:defRPr sz="1725">
                <a:solidFill>
                  <a:srgbClr val="6B6880"/>
                </a:solidFill>
                <a:latin typeface="Futura"/>
                <a:ea typeface="Futura"/>
                <a:cs typeface="Futura"/>
              </a:defRPr>
            </a:lvl1pPr>
            <a:lvl2pPr algn="l">
              <a:defRPr sz="1725">
                <a:solidFill>
                  <a:srgbClr val="6B6880"/>
                </a:solidFill>
                <a:latin typeface="Futura"/>
                <a:ea typeface="Futura"/>
                <a:cs typeface="Futura"/>
              </a:defRPr>
            </a:lvl2pPr>
            <a:lvl3pPr algn="l">
              <a:defRPr sz="1725">
                <a:solidFill>
                  <a:srgbClr val="6B6880"/>
                </a:solidFill>
                <a:latin typeface="Futura"/>
                <a:ea typeface="Futura"/>
                <a:cs typeface="Futura"/>
              </a:defRPr>
            </a:lvl3pPr>
            <a:lvl4pPr algn="l">
              <a:defRPr sz="1725">
                <a:solidFill>
                  <a:srgbClr val="6B6880"/>
                </a:solidFill>
                <a:latin typeface="Futura"/>
                <a:ea typeface="Futura"/>
                <a:cs typeface="Futura"/>
              </a:defRPr>
            </a:lvl4pPr>
            <a:lvl5pPr algn="l">
              <a:defRPr sz="1725">
                <a:solidFill>
                  <a:srgbClr val="6B6880"/>
                </a:solidFill>
                <a:latin typeface="Futura"/>
                <a:ea typeface="Futura"/>
                <a:cs typeface="Futura"/>
              </a:defRPr>
            </a:lvl5pPr>
            <a:lvl6pPr algn="l">
              <a:defRPr sz="1725">
                <a:solidFill>
                  <a:srgbClr val="6B6880"/>
                </a:solidFill>
                <a:latin typeface="Futura"/>
                <a:ea typeface="Futura"/>
                <a:cs typeface="Futura"/>
              </a:defRPr>
            </a:lvl6pPr>
            <a:lvl7pPr algn="l">
              <a:defRPr sz="1725">
                <a:solidFill>
                  <a:srgbClr val="6B6880"/>
                </a:solidFill>
                <a:latin typeface="Futura"/>
                <a:ea typeface="Futura"/>
                <a:cs typeface="Futura"/>
              </a:defRPr>
            </a:lvl7pPr>
            <a:lvl8pPr algn="l">
              <a:defRPr sz="1725">
                <a:solidFill>
                  <a:srgbClr val="6B6880"/>
                </a:solidFill>
                <a:latin typeface="Futura"/>
                <a:ea typeface="Futura"/>
                <a:cs typeface="Futura"/>
              </a:defRPr>
            </a:lvl8pPr>
            <a:lvl9pPr algn="l">
              <a:defRPr sz="1725">
                <a:solidFill>
                  <a:srgbClr val="6B6880"/>
                </a:solidFill>
                <a:latin typeface="Futura"/>
                <a:ea typeface="Futura"/>
                <a:cs typeface="Futura"/>
              </a:defRPr>
            </a:lvl9pPr>
          </a:lstStyle>
          <a:p xmlns:a="http://schemas.openxmlformats.org/drawingml/2006/main">
            <a:pPr algn="l">
              <a:defRPr sz="1725">
                <a:solidFill>
                  <a:srgbClr val="6B6880"/>
                </a:solidFill>
                <a:latin typeface="Futura"/>
                <a:ea typeface="Futura"/>
                <a:cs typeface="Futura"/>
              </a:defRPr>
            </a:pPr>
            <a:r>
              <a:rPr sz="1725">
                <a:solidFill>
                  <a:srgbClr val="6B6880"/>
                </a:solidFill>
                <a:latin typeface="Futura"/>
                <a:ea typeface="Futura"/>
                <a:cs typeface="Futura"/>
              </a:rPr>
              <a:t>More pictures, less text</a:t>
            </a:r>
          </a:p>
        </p:txBody>
      </p:sp>
      <p:sp>
        <p:nvSpPr>
          <p:cNvPr id="9" name="Branch 2">
            <a:extLst xmlns:a="http://schemas.openxmlformats.org/drawingml/2006/main">
              <a:ext uri="{FF2B5EF4-FFF2-40B4-BE49-F238E27FC236}">
                <a16:creationId xmlns:a16="http://schemas.microsoft.com/office/drawing/2014/main" id="{1EC58ED5-33A1-4EFB-9DC8-24E1C43F1254}"/>
              </a:ext>
            </a:extLst>
          </p:cNvPr>
          <p:cNvSpPr>
            <a:spLocks xmlns:a="http://schemas.openxmlformats.org/drawingml/2006/main" noGrp="1"/>
          </p:cNvSpPr>
          <p:nvPr/>
        </p:nvSpPr>
        <p:spPr>
          <a:xfrm xmlns:a="http://schemas.openxmlformats.org/drawingml/2006/main">
            <a:off x="8305800" y="1676400"/>
            <a:ext cx="3267075" cy="3810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lstStyle xmlns:a="http://schemas.openxmlformats.org/drawingml/2006/main">
            <a:defPPr algn="l">
              <a:defRPr sz="2175">
                <a:solidFill>
                  <a:srgbClr val="5D5AD7"/>
                </a:solidFill>
                <a:latin typeface="Futura"/>
                <a:ea typeface="Futura"/>
                <a:cs typeface="Futura"/>
              </a:defRPr>
            </a:defPPr>
            <a:lvl1pPr algn="l">
              <a:defRPr sz="2175">
                <a:solidFill>
                  <a:srgbClr val="5D5AD7"/>
                </a:solidFill>
                <a:latin typeface="Futura"/>
                <a:ea typeface="Futura"/>
                <a:cs typeface="Futura"/>
              </a:defRPr>
            </a:lvl1pPr>
            <a:lvl2pPr algn="l">
              <a:defRPr sz="2175">
                <a:solidFill>
                  <a:srgbClr val="5D5AD7"/>
                </a:solidFill>
                <a:latin typeface="Futura"/>
                <a:ea typeface="Futura"/>
                <a:cs typeface="Futura"/>
              </a:defRPr>
            </a:lvl2pPr>
            <a:lvl3pPr algn="l">
              <a:defRPr sz="2175">
                <a:solidFill>
                  <a:srgbClr val="5D5AD7"/>
                </a:solidFill>
                <a:latin typeface="Futura"/>
                <a:ea typeface="Futura"/>
                <a:cs typeface="Futura"/>
              </a:defRPr>
            </a:lvl3pPr>
            <a:lvl4pPr algn="l">
              <a:defRPr sz="2175">
                <a:solidFill>
                  <a:srgbClr val="5D5AD7"/>
                </a:solidFill>
                <a:latin typeface="Futura"/>
                <a:ea typeface="Futura"/>
                <a:cs typeface="Futura"/>
              </a:defRPr>
            </a:lvl4pPr>
            <a:lvl5pPr algn="l">
              <a:defRPr sz="2175">
                <a:solidFill>
                  <a:srgbClr val="5D5AD7"/>
                </a:solidFill>
                <a:latin typeface="Futura"/>
                <a:ea typeface="Futura"/>
                <a:cs typeface="Futura"/>
              </a:defRPr>
            </a:lvl5pPr>
            <a:lvl6pPr algn="l">
              <a:defRPr sz="2175">
                <a:solidFill>
                  <a:srgbClr val="5D5AD7"/>
                </a:solidFill>
                <a:latin typeface="Futura"/>
                <a:ea typeface="Futura"/>
                <a:cs typeface="Futura"/>
              </a:defRPr>
            </a:lvl6pPr>
            <a:lvl7pPr algn="l">
              <a:defRPr sz="2175">
                <a:solidFill>
                  <a:srgbClr val="5D5AD7"/>
                </a:solidFill>
                <a:latin typeface="Futura"/>
                <a:ea typeface="Futura"/>
                <a:cs typeface="Futura"/>
              </a:defRPr>
            </a:lvl7pPr>
            <a:lvl8pPr algn="l">
              <a:defRPr sz="2175">
                <a:solidFill>
                  <a:srgbClr val="5D5AD7"/>
                </a:solidFill>
                <a:latin typeface="Futura"/>
                <a:ea typeface="Futura"/>
                <a:cs typeface="Futura"/>
              </a:defRPr>
            </a:lvl8pPr>
            <a:lvl9pPr algn="l">
              <a:defRPr sz="2175">
                <a:solidFill>
                  <a:srgbClr val="5D5AD7"/>
                </a:solidFill>
                <a:latin typeface="Futura"/>
                <a:ea typeface="Futura"/>
                <a:cs typeface="Futura"/>
              </a:defRPr>
            </a:lvl9pPr>
          </a:lstStyle>
          <a:p xmlns:a="http://schemas.openxmlformats.org/drawingml/2006/main">
            <a:pPr algn="l">
              <a:defRPr sz="2175">
                <a:solidFill>
                  <a:srgbClr val="5D5AD7"/>
                </a:solidFill>
                <a:latin typeface="Futura"/>
                <a:ea typeface="Futura"/>
                <a:cs typeface="Futura"/>
              </a:defRPr>
            </a:pPr>
            <a:r>
              <a:rPr sz="2175">
                <a:solidFill>
                  <a:srgbClr val="5D5AD7"/>
                </a:solidFill>
                <a:latin typeface="Futura"/>
                <a:ea typeface="Futura"/>
                <a:cs typeface="Futura"/>
              </a:rPr>
              <a:t>Room to write</a:t>
            </a:r>
          </a:p>
        </p:txBody>
      </p:sp>
      <p:sp>
        <p:nvSpPr>
          <p:cNvPr id="11" name="Branch underline 2">
            <a:extLst xmlns:a="http://schemas.openxmlformats.org/drawingml/2006/main">
              <a:ext uri="{FF2B5EF4-FFF2-40B4-BE49-F238E27FC236}">
                <a16:creationId xmlns:a16="http://schemas.microsoft.com/office/drawing/2014/main" id="{74D0FDA7-CB9F-4731-B8D1-3EFFA524C194}"/>
              </a:ext>
            </a:extLst>
          </p:cNvPr>
          <p:cNvSpPr>
            <a:spLocks xmlns:a="http://schemas.openxmlformats.org/drawingml/2006/main" noGrp="1"/>
          </p:cNvSpPr>
          <p:nvPr/>
        </p:nvSpPr>
        <p:spPr>
          <a:xfrm xmlns:a="http://schemas.openxmlformats.org/drawingml/2006/main">
            <a:off x="8305800" y="2105025"/>
            <a:ext cx="3267075" cy="0"/>
          </a:xfrm>
          <a:prstGeom xmlns:a="http://schemas.openxmlformats.org/drawingml/2006/main" prst="line">
            <a:avLst/>
          </a:prstGeom>
          <a:noFill xmlns:a="http://schemas.openxmlformats.org/drawingml/2006/main"/>
          <a:ln xmlns:a="http://schemas.openxmlformats.org/drawingml/2006/main" w="13335">
            <a:solidFill>
              <a:srgbClr val="5D5AD7"/>
            </a:solidFill>
          </a:ln>
        </p:spPr>
      </p:sp>
      <p:sp>
        <p:nvSpPr>
          <p:cNvPr id="12" name="Branch 2 detail 1">
            <a:extLst xmlns:a="http://schemas.openxmlformats.org/drawingml/2006/main">
              <a:ext uri="{FF2B5EF4-FFF2-40B4-BE49-F238E27FC236}">
                <a16:creationId xmlns:a16="http://schemas.microsoft.com/office/drawing/2014/main" id="{7AE6FD3C-51DF-442F-809E-36CB9F47B727}"/>
              </a:ext>
            </a:extLst>
          </p:cNvPr>
          <p:cNvSpPr>
            <a:spLocks xmlns:a="http://schemas.openxmlformats.org/drawingml/2006/main" noGrp="1"/>
          </p:cNvSpPr>
          <p:nvPr/>
        </p:nvSpPr>
        <p:spPr>
          <a:xfrm xmlns:a="http://schemas.openxmlformats.org/drawingml/2006/main">
            <a:off x="8305800" y="2266950"/>
            <a:ext cx="3267075" cy="3238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lstStyle xmlns:a="http://schemas.openxmlformats.org/drawingml/2006/main">
            <a:defPPr algn="l">
              <a:defRPr sz="1725">
                <a:solidFill>
                  <a:srgbClr val="6B6880"/>
                </a:solidFill>
                <a:latin typeface="Futura"/>
                <a:ea typeface="Futura"/>
                <a:cs typeface="Futura"/>
              </a:defRPr>
            </a:defPPr>
            <a:lvl1pPr algn="l">
              <a:defRPr sz="1725">
                <a:solidFill>
                  <a:srgbClr val="6B6880"/>
                </a:solidFill>
                <a:latin typeface="Futura"/>
                <a:ea typeface="Futura"/>
                <a:cs typeface="Futura"/>
              </a:defRPr>
            </a:lvl1pPr>
            <a:lvl2pPr algn="l">
              <a:defRPr sz="1725">
                <a:solidFill>
                  <a:srgbClr val="6B6880"/>
                </a:solidFill>
                <a:latin typeface="Futura"/>
                <a:ea typeface="Futura"/>
                <a:cs typeface="Futura"/>
              </a:defRPr>
            </a:lvl2pPr>
            <a:lvl3pPr algn="l">
              <a:defRPr sz="1725">
                <a:solidFill>
                  <a:srgbClr val="6B6880"/>
                </a:solidFill>
                <a:latin typeface="Futura"/>
                <a:ea typeface="Futura"/>
                <a:cs typeface="Futura"/>
              </a:defRPr>
            </a:lvl3pPr>
            <a:lvl4pPr algn="l">
              <a:defRPr sz="1725">
                <a:solidFill>
                  <a:srgbClr val="6B6880"/>
                </a:solidFill>
                <a:latin typeface="Futura"/>
                <a:ea typeface="Futura"/>
                <a:cs typeface="Futura"/>
              </a:defRPr>
            </a:lvl4pPr>
            <a:lvl5pPr algn="l">
              <a:defRPr sz="1725">
                <a:solidFill>
                  <a:srgbClr val="6B6880"/>
                </a:solidFill>
                <a:latin typeface="Futura"/>
                <a:ea typeface="Futura"/>
                <a:cs typeface="Futura"/>
              </a:defRPr>
            </a:lvl5pPr>
            <a:lvl6pPr algn="l">
              <a:defRPr sz="1725">
                <a:solidFill>
                  <a:srgbClr val="6B6880"/>
                </a:solidFill>
                <a:latin typeface="Futura"/>
                <a:ea typeface="Futura"/>
                <a:cs typeface="Futura"/>
              </a:defRPr>
            </a:lvl6pPr>
            <a:lvl7pPr algn="l">
              <a:defRPr sz="1725">
                <a:solidFill>
                  <a:srgbClr val="6B6880"/>
                </a:solidFill>
                <a:latin typeface="Futura"/>
                <a:ea typeface="Futura"/>
                <a:cs typeface="Futura"/>
              </a:defRPr>
            </a:lvl7pPr>
            <a:lvl8pPr algn="l">
              <a:defRPr sz="1725">
                <a:solidFill>
                  <a:srgbClr val="6B6880"/>
                </a:solidFill>
                <a:latin typeface="Futura"/>
                <a:ea typeface="Futura"/>
                <a:cs typeface="Futura"/>
              </a:defRPr>
            </a:lvl8pPr>
            <a:lvl9pPr algn="l">
              <a:defRPr sz="1725">
                <a:solidFill>
                  <a:srgbClr val="6B6880"/>
                </a:solidFill>
                <a:latin typeface="Futura"/>
                <a:ea typeface="Futura"/>
                <a:cs typeface="Futura"/>
              </a:defRPr>
            </a:lvl9pPr>
          </a:lstStyle>
          <a:p xmlns:a="http://schemas.openxmlformats.org/drawingml/2006/main">
            <a:pPr algn="l">
              <a:defRPr sz="1725">
                <a:solidFill>
                  <a:srgbClr val="6B6880"/>
                </a:solidFill>
                <a:latin typeface="Futura"/>
                <a:ea typeface="Futura"/>
                <a:cs typeface="Futura"/>
              </a:defRPr>
            </a:pPr>
            <a:r>
              <a:rPr sz="1725">
                <a:solidFill>
                  <a:srgbClr val="6B6880"/>
                </a:solidFill>
                <a:latin typeface="Futura"/>
                <a:ea typeface="Futura"/>
                <a:cs typeface="Futura"/>
              </a:rPr>
              <a:t>Space for personal notes</a:t>
            </a:r>
          </a:p>
        </p:txBody>
      </p:sp>
      <p:sp>
        <p:nvSpPr>
          <p:cNvPr id="13" name="Branch 2 detail 2">
            <a:extLst xmlns:a="http://schemas.openxmlformats.org/drawingml/2006/main">
              <a:ext uri="{FF2B5EF4-FFF2-40B4-BE49-F238E27FC236}">
                <a16:creationId xmlns:a16="http://schemas.microsoft.com/office/drawing/2014/main" id="{8AA02547-7306-4BC1-AD18-6870AAC85DC7}"/>
              </a:ext>
            </a:extLst>
          </p:cNvPr>
          <p:cNvSpPr>
            <a:spLocks xmlns:a="http://schemas.openxmlformats.org/drawingml/2006/main" noGrp="1"/>
          </p:cNvSpPr>
          <p:nvPr/>
        </p:nvSpPr>
        <p:spPr>
          <a:xfrm xmlns:a="http://schemas.openxmlformats.org/drawingml/2006/main">
            <a:off x="8305800" y="2638425"/>
            <a:ext cx="3267075" cy="3238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lstStyle xmlns:a="http://schemas.openxmlformats.org/drawingml/2006/main">
            <a:defPPr algn="l">
              <a:defRPr sz="1725">
                <a:solidFill>
                  <a:srgbClr val="6B6880"/>
                </a:solidFill>
                <a:latin typeface="Futura"/>
                <a:ea typeface="Futura"/>
                <a:cs typeface="Futura"/>
              </a:defRPr>
            </a:defPPr>
            <a:lvl1pPr algn="l">
              <a:defRPr sz="1725">
                <a:solidFill>
                  <a:srgbClr val="6B6880"/>
                </a:solidFill>
                <a:latin typeface="Futura"/>
                <a:ea typeface="Futura"/>
                <a:cs typeface="Futura"/>
              </a:defRPr>
            </a:lvl1pPr>
            <a:lvl2pPr algn="l">
              <a:defRPr sz="1725">
                <a:solidFill>
                  <a:srgbClr val="6B6880"/>
                </a:solidFill>
                <a:latin typeface="Futura"/>
                <a:ea typeface="Futura"/>
                <a:cs typeface="Futura"/>
              </a:defRPr>
            </a:lvl2pPr>
            <a:lvl3pPr algn="l">
              <a:defRPr sz="1725">
                <a:solidFill>
                  <a:srgbClr val="6B6880"/>
                </a:solidFill>
                <a:latin typeface="Futura"/>
                <a:ea typeface="Futura"/>
                <a:cs typeface="Futura"/>
              </a:defRPr>
            </a:lvl3pPr>
            <a:lvl4pPr algn="l">
              <a:defRPr sz="1725">
                <a:solidFill>
                  <a:srgbClr val="6B6880"/>
                </a:solidFill>
                <a:latin typeface="Futura"/>
                <a:ea typeface="Futura"/>
                <a:cs typeface="Futura"/>
              </a:defRPr>
            </a:lvl4pPr>
            <a:lvl5pPr algn="l">
              <a:defRPr sz="1725">
                <a:solidFill>
                  <a:srgbClr val="6B6880"/>
                </a:solidFill>
                <a:latin typeface="Futura"/>
                <a:ea typeface="Futura"/>
                <a:cs typeface="Futura"/>
              </a:defRPr>
            </a:lvl5pPr>
            <a:lvl6pPr algn="l">
              <a:defRPr sz="1725">
                <a:solidFill>
                  <a:srgbClr val="6B6880"/>
                </a:solidFill>
                <a:latin typeface="Futura"/>
                <a:ea typeface="Futura"/>
                <a:cs typeface="Futura"/>
              </a:defRPr>
            </a:lvl6pPr>
            <a:lvl7pPr algn="l">
              <a:defRPr sz="1725">
                <a:solidFill>
                  <a:srgbClr val="6B6880"/>
                </a:solidFill>
                <a:latin typeface="Futura"/>
                <a:ea typeface="Futura"/>
                <a:cs typeface="Futura"/>
              </a:defRPr>
            </a:lvl7pPr>
            <a:lvl8pPr algn="l">
              <a:defRPr sz="1725">
                <a:solidFill>
                  <a:srgbClr val="6B6880"/>
                </a:solidFill>
                <a:latin typeface="Futura"/>
                <a:ea typeface="Futura"/>
                <a:cs typeface="Futura"/>
              </a:defRPr>
            </a:lvl8pPr>
            <a:lvl9pPr algn="l">
              <a:defRPr sz="1725">
                <a:solidFill>
                  <a:srgbClr val="6B6880"/>
                </a:solidFill>
                <a:latin typeface="Futura"/>
                <a:ea typeface="Futura"/>
                <a:cs typeface="Futura"/>
              </a:defRPr>
            </a:lvl9pPr>
          </a:lstStyle>
          <a:p xmlns:a="http://schemas.openxmlformats.org/drawingml/2006/main">
            <a:pPr algn="l">
              <a:defRPr sz="1725">
                <a:solidFill>
                  <a:srgbClr val="6B6880"/>
                </a:solidFill>
                <a:latin typeface="Futura"/>
                <a:ea typeface="Futura"/>
                <a:cs typeface="Futura"/>
              </a:defRPr>
            </a:pPr>
            <a:r>
              <a:rPr sz="1725">
                <a:solidFill>
                  <a:srgbClr val="6B6880"/>
                </a:solidFill>
                <a:latin typeface="Futura"/>
                <a:ea typeface="Futura"/>
                <a:cs typeface="Futura"/>
              </a:rPr>
              <a:t>Everyday health questions</a:t>
            </a:r>
          </a:p>
        </p:txBody>
      </p:sp>
      <p:sp>
        <p:nvSpPr>
          <p:cNvPr id="14" name="Branch 3">
            <a:extLst xmlns:a="http://schemas.openxmlformats.org/drawingml/2006/main">
              <a:ext uri="{FF2B5EF4-FFF2-40B4-BE49-F238E27FC236}">
                <a16:creationId xmlns:a16="http://schemas.microsoft.com/office/drawing/2014/main" id="{65594E84-40C7-40DB-9A7F-1C2F6EAFD98C}"/>
              </a:ext>
            </a:extLst>
          </p:cNvPr>
          <p:cNvSpPr>
            <a:spLocks xmlns:a="http://schemas.openxmlformats.org/drawingml/2006/main" noGrp="1"/>
          </p:cNvSpPr>
          <p:nvPr/>
        </p:nvSpPr>
        <p:spPr>
          <a:xfrm xmlns:a="http://schemas.openxmlformats.org/drawingml/2006/main">
            <a:off x="619125" y="4533900"/>
            <a:ext cx="3267075" cy="3810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lstStyle xmlns:a="http://schemas.openxmlformats.org/drawingml/2006/main">
            <a:defPPr algn="l">
              <a:defRPr sz="2175">
                <a:solidFill>
                  <a:srgbClr val="5D5AD7"/>
                </a:solidFill>
                <a:latin typeface="Futura"/>
                <a:ea typeface="Futura"/>
                <a:cs typeface="Futura"/>
              </a:defRPr>
            </a:defPPr>
            <a:lvl1pPr algn="l">
              <a:defRPr sz="2175">
                <a:solidFill>
                  <a:srgbClr val="5D5AD7"/>
                </a:solidFill>
                <a:latin typeface="Futura"/>
                <a:ea typeface="Futura"/>
                <a:cs typeface="Futura"/>
              </a:defRPr>
            </a:lvl1pPr>
            <a:lvl2pPr algn="l">
              <a:defRPr sz="2175">
                <a:solidFill>
                  <a:srgbClr val="5D5AD7"/>
                </a:solidFill>
                <a:latin typeface="Futura"/>
                <a:ea typeface="Futura"/>
                <a:cs typeface="Futura"/>
              </a:defRPr>
            </a:lvl2pPr>
            <a:lvl3pPr algn="l">
              <a:defRPr sz="2175">
                <a:solidFill>
                  <a:srgbClr val="5D5AD7"/>
                </a:solidFill>
                <a:latin typeface="Futura"/>
                <a:ea typeface="Futura"/>
                <a:cs typeface="Futura"/>
              </a:defRPr>
            </a:lvl3pPr>
            <a:lvl4pPr algn="l">
              <a:defRPr sz="2175">
                <a:solidFill>
                  <a:srgbClr val="5D5AD7"/>
                </a:solidFill>
                <a:latin typeface="Futura"/>
                <a:ea typeface="Futura"/>
                <a:cs typeface="Futura"/>
              </a:defRPr>
            </a:lvl4pPr>
            <a:lvl5pPr algn="l">
              <a:defRPr sz="2175">
                <a:solidFill>
                  <a:srgbClr val="5D5AD7"/>
                </a:solidFill>
                <a:latin typeface="Futura"/>
                <a:ea typeface="Futura"/>
                <a:cs typeface="Futura"/>
              </a:defRPr>
            </a:lvl5pPr>
            <a:lvl6pPr algn="l">
              <a:defRPr sz="2175">
                <a:solidFill>
                  <a:srgbClr val="5D5AD7"/>
                </a:solidFill>
                <a:latin typeface="Futura"/>
                <a:ea typeface="Futura"/>
                <a:cs typeface="Futura"/>
              </a:defRPr>
            </a:lvl6pPr>
            <a:lvl7pPr algn="l">
              <a:defRPr sz="2175">
                <a:solidFill>
                  <a:srgbClr val="5D5AD7"/>
                </a:solidFill>
                <a:latin typeface="Futura"/>
                <a:ea typeface="Futura"/>
                <a:cs typeface="Futura"/>
              </a:defRPr>
            </a:lvl7pPr>
            <a:lvl8pPr algn="l">
              <a:defRPr sz="2175">
                <a:solidFill>
                  <a:srgbClr val="5D5AD7"/>
                </a:solidFill>
                <a:latin typeface="Futura"/>
                <a:ea typeface="Futura"/>
                <a:cs typeface="Futura"/>
              </a:defRPr>
            </a:lvl8pPr>
            <a:lvl9pPr algn="l">
              <a:defRPr sz="2175">
                <a:solidFill>
                  <a:srgbClr val="5D5AD7"/>
                </a:solidFill>
                <a:latin typeface="Futura"/>
                <a:ea typeface="Futura"/>
                <a:cs typeface="Futura"/>
              </a:defRPr>
            </a:lvl9pPr>
          </a:lstStyle>
          <a:p xmlns:a="http://schemas.openxmlformats.org/drawingml/2006/main">
            <a:pPr algn="l">
              <a:defRPr sz="2175">
                <a:solidFill>
                  <a:srgbClr val="5D5AD7"/>
                </a:solidFill>
                <a:latin typeface="Futura"/>
                <a:ea typeface="Futura"/>
                <a:cs typeface="Futura"/>
              </a:defRPr>
            </a:pPr>
            <a:r>
              <a:rPr sz="2175">
                <a:solidFill>
                  <a:srgbClr val="5D5AD7"/>
                </a:solidFill>
                <a:latin typeface="Futura"/>
                <a:ea typeface="Futura"/>
                <a:cs typeface="Futura"/>
              </a:rPr>
              <a:t>Familiar formats</a:t>
            </a:r>
          </a:p>
        </p:txBody>
      </p:sp>
      <p:sp>
        <p:nvSpPr>
          <p:cNvPr id="16" name="Branch underline 3">
            <a:extLst xmlns:a="http://schemas.openxmlformats.org/drawingml/2006/main">
              <a:ext uri="{FF2B5EF4-FFF2-40B4-BE49-F238E27FC236}">
                <a16:creationId xmlns:a16="http://schemas.microsoft.com/office/drawing/2014/main" id="{B791B4D0-C296-4C46-B002-4B0428327538}"/>
              </a:ext>
            </a:extLst>
          </p:cNvPr>
          <p:cNvSpPr>
            <a:spLocks xmlns:a="http://schemas.openxmlformats.org/drawingml/2006/main" noGrp="1"/>
          </p:cNvSpPr>
          <p:nvPr/>
        </p:nvSpPr>
        <p:spPr>
          <a:xfrm xmlns:a="http://schemas.openxmlformats.org/drawingml/2006/main">
            <a:off x="619125" y="4962525"/>
            <a:ext cx="3267075" cy="0"/>
          </a:xfrm>
          <a:prstGeom xmlns:a="http://schemas.openxmlformats.org/drawingml/2006/main" prst="line">
            <a:avLst/>
          </a:prstGeom>
          <a:noFill xmlns:a="http://schemas.openxmlformats.org/drawingml/2006/main"/>
          <a:ln xmlns:a="http://schemas.openxmlformats.org/drawingml/2006/main" w="13335">
            <a:solidFill>
              <a:srgbClr val="5D5AD7"/>
            </a:solidFill>
          </a:ln>
        </p:spPr>
      </p:sp>
      <p:sp>
        <p:nvSpPr>
          <p:cNvPr id="17" name="Branch 3 detail 1">
            <a:extLst xmlns:a="http://schemas.openxmlformats.org/drawingml/2006/main">
              <a:ext uri="{FF2B5EF4-FFF2-40B4-BE49-F238E27FC236}">
                <a16:creationId xmlns:a16="http://schemas.microsoft.com/office/drawing/2014/main" id="{0D0B8800-D37D-4C76-8384-48627A5C454D}"/>
              </a:ext>
            </a:extLst>
          </p:cNvPr>
          <p:cNvSpPr>
            <a:spLocks xmlns:a="http://schemas.openxmlformats.org/drawingml/2006/main" noGrp="1"/>
          </p:cNvSpPr>
          <p:nvPr/>
        </p:nvSpPr>
        <p:spPr>
          <a:xfrm xmlns:a="http://schemas.openxmlformats.org/drawingml/2006/main">
            <a:off x="619125" y="5124450"/>
            <a:ext cx="3267075" cy="3238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lstStyle xmlns:a="http://schemas.openxmlformats.org/drawingml/2006/main">
            <a:defPPr algn="l">
              <a:defRPr sz="1725">
                <a:solidFill>
                  <a:srgbClr val="6B6880"/>
                </a:solidFill>
                <a:latin typeface="Futura"/>
                <a:ea typeface="Futura"/>
                <a:cs typeface="Futura"/>
              </a:defRPr>
            </a:defPPr>
            <a:lvl1pPr algn="l">
              <a:defRPr sz="1725">
                <a:solidFill>
                  <a:srgbClr val="6B6880"/>
                </a:solidFill>
                <a:latin typeface="Futura"/>
                <a:ea typeface="Futura"/>
                <a:cs typeface="Futura"/>
              </a:defRPr>
            </a:lvl1pPr>
            <a:lvl2pPr algn="l">
              <a:defRPr sz="1725">
                <a:solidFill>
                  <a:srgbClr val="6B6880"/>
                </a:solidFill>
                <a:latin typeface="Futura"/>
                <a:ea typeface="Futura"/>
                <a:cs typeface="Futura"/>
              </a:defRPr>
            </a:lvl2pPr>
            <a:lvl3pPr algn="l">
              <a:defRPr sz="1725">
                <a:solidFill>
                  <a:srgbClr val="6B6880"/>
                </a:solidFill>
                <a:latin typeface="Futura"/>
                <a:ea typeface="Futura"/>
                <a:cs typeface="Futura"/>
              </a:defRPr>
            </a:lvl3pPr>
            <a:lvl4pPr algn="l">
              <a:defRPr sz="1725">
                <a:solidFill>
                  <a:srgbClr val="6B6880"/>
                </a:solidFill>
                <a:latin typeface="Futura"/>
                <a:ea typeface="Futura"/>
                <a:cs typeface="Futura"/>
              </a:defRPr>
            </a:lvl4pPr>
            <a:lvl5pPr algn="l">
              <a:defRPr sz="1725">
                <a:solidFill>
                  <a:srgbClr val="6B6880"/>
                </a:solidFill>
                <a:latin typeface="Futura"/>
                <a:ea typeface="Futura"/>
                <a:cs typeface="Futura"/>
              </a:defRPr>
            </a:lvl5pPr>
            <a:lvl6pPr algn="l">
              <a:defRPr sz="1725">
                <a:solidFill>
                  <a:srgbClr val="6B6880"/>
                </a:solidFill>
                <a:latin typeface="Futura"/>
                <a:ea typeface="Futura"/>
                <a:cs typeface="Futura"/>
              </a:defRPr>
            </a:lvl6pPr>
            <a:lvl7pPr algn="l">
              <a:defRPr sz="1725">
                <a:solidFill>
                  <a:srgbClr val="6B6880"/>
                </a:solidFill>
                <a:latin typeface="Futura"/>
                <a:ea typeface="Futura"/>
                <a:cs typeface="Futura"/>
              </a:defRPr>
            </a:lvl7pPr>
            <a:lvl8pPr algn="l">
              <a:defRPr sz="1725">
                <a:solidFill>
                  <a:srgbClr val="6B6880"/>
                </a:solidFill>
                <a:latin typeface="Futura"/>
                <a:ea typeface="Futura"/>
                <a:cs typeface="Futura"/>
              </a:defRPr>
            </a:lvl8pPr>
            <a:lvl9pPr algn="l">
              <a:defRPr sz="1725">
                <a:solidFill>
                  <a:srgbClr val="6B6880"/>
                </a:solidFill>
                <a:latin typeface="Futura"/>
                <a:ea typeface="Futura"/>
                <a:cs typeface="Futura"/>
              </a:defRPr>
            </a:lvl9pPr>
          </a:lstStyle>
          <a:p xmlns:a="http://schemas.openxmlformats.org/drawingml/2006/main">
            <a:pPr algn="l">
              <a:defRPr sz="1725">
                <a:solidFill>
                  <a:srgbClr val="6B6880"/>
                </a:solidFill>
                <a:latin typeface="Futura"/>
                <a:ea typeface="Futura"/>
                <a:cs typeface="Futura"/>
              </a:defRPr>
            </a:pPr>
            <a:r>
              <a:rPr sz="1725">
                <a:solidFill>
                  <a:srgbClr val="6B6880"/>
                </a:solidFill>
                <a:latin typeface="Futura"/>
                <a:ea typeface="Futura"/>
                <a:cs typeface="Futura"/>
              </a:rPr>
              <a:t>Short videos on familiar apps</a:t>
            </a:r>
          </a:p>
        </p:txBody>
      </p:sp>
      <p:sp>
        <p:nvSpPr>
          <p:cNvPr id="18" name="Branch 3 detail 2">
            <a:extLst xmlns:a="http://schemas.openxmlformats.org/drawingml/2006/main">
              <a:ext uri="{FF2B5EF4-FFF2-40B4-BE49-F238E27FC236}">
                <a16:creationId xmlns:a16="http://schemas.microsoft.com/office/drawing/2014/main" id="{A040DAFC-06F4-46BF-8F64-C108B3D62757}"/>
              </a:ext>
            </a:extLst>
          </p:cNvPr>
          <p:cNvSpPr>
            <a:spLocks xmlns:a="http://schemas.openxmlformats.org/drawingml/2006/main" noGrp="1"/>
          </p:cNvSpPr>
          <p:nvPr/>
        </p:nvSpPr>
        <p:spPr>
          <a:xfrm xmlns:a="http://schemas.openxmlformats.org/drawingml/2006/main">
            <a:off x="619125" y="5495925"/>
            <a:ext cx="3267075" cy="3238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lstStyle xmlns:a="http://schemas.openxmlformats.org/drawingml/2006/main">
            <a:defPPr algn="l">
              <a:defRPr sz="1725">
                <a:solidFill>
                  <a:srgbClr val="6B6880"/>
                </a:solidFill>
                <a:latin typeface="Futura"/>
                <a:ea typeface="Futura"/>
                <a:cs typeface="Futura"/>
              </a:defRPr>
            </a:defPPr>
            <a:lvl1pPr algn="l">
              <a:defRPr sz="1725">
                <a:solidFill>
                  <a:srgbClr val="6B6880"/>
                </a:solidFill>
                <a:latin typeface="Futura"/>
                <a:ea typeface="Futura"/>
                <a:cs typeface="Futura"/>
              </a:defRPr>
            </a:lvl1pPr>
            <a:lvl2pPr algn="l">
              <a:defRPr sz="1725">
                <a:solidFill>
                  <a:srgbClr val="6B6880"/>
                </a:solidFill>
                <a:latin typeface="Futura"/>
                <a:ea typeface="Futura"/>
                <a:cs typeface="Futura"/>
              </a:defRPr>
            </a:lvl2pPr>
            <a:lvl3pPr algn="l">
              <a:defRPr sz="1725">
                <a:solidFill>
                  <a:srgbClr val="6B6880"/>
                </a:solidFill>
                <a:latin typeface="Futura"/>
                <a:ea typeface="Futura"/>
                <a:cs typeface="Futura"/>
              </a:defRPr>
            </a:lvl3pPr>
            <a:lvl4pPr algn="l">
              <a:defRPr sz="1725">
                <a:solidFill>
                  <a:srgbClr val="6B6880"/>
                </a:solidFill>
                <a:latin typeface="Futura"/>
                <a:ea typeface="Futura"/>
                <a:cs typeface="Futura"/>
              </a:defRPr>
            </a:lvl4pPr>
            <a:lvl5pPr algn="l">
              <a:defRPr sz="1725">
                <a:solidFill>
                  <a:srgbClr val="6B6880"/>
                </a:solidFill>
                <a:latin typeface="Futura"/>
                <a:ea typeface="Futura"/>
                <a:cs typeface="Futura"/>
              </a:defRPr>
            </a:lvl5pPr>
            <a:lvl6pPr algn="l">
              <a:defRPr sz="1725">
                <a:solidFill>
                  <a:srgbClr val="6B6880"/>
                </a:solidFill>
                <a:latin typeface="Futura"/>
                <a:ea typeface="Futura"/>
                <a:cs typeface="Futura"/>
              </a:defRPr>
            </a:lvl6pPr>
            <a:lvl7pPr algn="l">
              <a:defRPr sz="1725">
                <a:solidFill>
                  <a:srgbClr val="6B6880"/>
                </a:solidFill>
                <a:latin typeface="Futura"/>
                <a:ea typeface="Futura"/>
                <a:cs typeface="Futura"/>
              </a:defRPr>
            </a:lvl7pPr>
            <a:lvl8pPr algn="l">
              <a:defRPr sz="1725">
                <a:solidFill>
                  <a:srgbClr val="6B6880"/>
                </a:solidFill>
                <a:latin typeface="Futura"/>
                <a:ea typeface="Futura"/>
                <a:cs typeface="Futura"/>
              </a:defRPr>
            </a:lvl8pPr>
            <a:lvl9pPr algn="l">
              <a:defRPr sz="1725">
                <a:solidFill>
                  <a:srgbClr val="6B6880"/>
                </a:solidFill>
                <a:latin typeface="Futura"/>
                <a:ea typeface="Futura"/>
                <a:cs typeface="Futura"/>
              </a:defRPr>
            </a:lvl9pPr>
          </a:lstStyle>
          <a:p xmlns:a="http://schemas.openxmlformats.org/drawingml/2006/main">
            <a:pPr algn="l">
              <a:defRPr sz="1725">
                <a:solidFill>
                  <a:srgbClr val="6B6880"/>
                </a:solidFill>
                <a:latin typeface="Futura"/>
                <a:ea typeface="Futura"/>
                <a:cs typeface="Futura"/>
              </a:defRPr>
            </a:pPr>
            <a:r>
              <a:rPr sz="1725">
                <a:solidFill>
                  <a:srgbClr val="6B6880"/>
                </a:solidFill>
                <a:latin typeface="Futura"/>
                <a:ea typeface="Futura"/>
                <a:cs typeface="Futura"/>
              </a:rPr>
              <a:t>Voice interaction for AI tools</a:t>
            </a:r>
          </a:p>
        </p:txBody>
      </p:sp>
      <p:sp>
        <p:nvSpPr>
          <p:cNvPr id="19" name="Branch 4">
            <a:extLst xmlns:a="http://schemas.openxmlformats.org/drawingml/2006/main">
              <a:ext uri="{FF2B5EF4-FFF2-40B4-BE49-F238E27FC236}">
                <a16:creationId xmlns:a16="http://schemas.microsoft.com/office/drawing/2014/main" id="{9035AB3C-FE18-432C-911F-74FB756FC777}"/>
              </a:ext>
            </a:extLst>
          </p:cNvPr>
          <p:cNvSpPr>
            <a:spLocks xmlns:a="http://schemas.openxmlformats.org/drawingml/2006/main" noGrp="1"/>
          </p:cNvSpPr>
          <p:nvPr/>
        </p:nvSpPr>
        <p:spPr>
          <a:xfrm xmlns:a="http://schemas.openxmlformats.org/drawingml/2006/main">
            <a:off x="8305800" y="4533900"/>
            <a:ext cx="3267075" cy="3810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lstStyle xmlns:a="http://schemas.openxmlformats.org/drawingml/2006/main">
            <a:defPPr algn="l">
              <a:defRPr sz="2175">
                <a:solidFill>
                  <a:srgbClr val="2E267C"/>
                </a:solidFill>
                <a:latin typeface="Futura"/>
                <a:ea typeface="Futura"/>
                <a:cs typeface="Futura"/>
              </a:defRPr>
            </a:defPPr>
            <a:lvl1pPr algn="l">
              <a:defRPr sz="2175">
                <a:solidFill>
                  <a:srgbClr val="2E267C"/>
                </a:solidFill>
                <a:latin typeface="Futura"/>
                <a:ea typeface="Futura"/>
                <a:cs typeface="Futura"/>
              </a:defRPr>
            </a:lvl1pPr>
            <a:lvl2pPr algn="l">
              <a:defRPr sz="2175">
                <a:solidFill>
                  <a:srgbClr val="2E267C"/>
                </a:solidFill>
                <a:latin typeface="Futura"/>
                <a:ea typeface="Futura"/>
                <a:cs typeface="Futura"/>
              </a:defRPr>
            </a:lvl2pPr>
            <a:lvl3pPr algn="l">
              <a:defRPr sz="2175">
                <a:solidFill>
                  <a:srgbClr val="2E267C"/>
                </a:solidFill>
                <a:latin typeface="Futura"/>
                <a:ea typeface="Futura"/>
                <a:cs typeface="Futura"/>
              </a:defRPr>
            </a:lvl3pPr>
            <a:lvl4pPr algn="l">
              <a:defRPr sz="2175">
                <a:solidFill>
                  <a:srgbClr val="2E267C"/>
                </a:solidFill>
                <a:latin typeface="Futura"/>
                <a:ea typeface="Futura"/>
                <a:cs typeface="Futura"/>
              </a:defRPr>
            </a:lvl4pPr>
            <a:lvl5pPr algn="l">
              <a:defRPr sz="2175">
                <a:solidFill>
                  <a:srgbClr val="2E267C"/>
                </a:solidFill>
                <a:latin typeface="Futura"/>
                <a:ea typeface="Futura"/>
                <a:cs typeface="Futura"/>
              </a:defRPr>
            </a:lvl5pPr>
            <a:lvl6pPr algn="l">
              <a:defRPr sz="2175">
                <a:solidFill>
                  <a:srgbClr val="2E267C"/>
                </a:solidFill>
                <a:latin typeface="Futura"/>
                <a:ea typeface="Futura"/>
                <a:cs typeface="Futura"/>
              </a:defRPr>
            </a:lvl6pPr>
            <a:lvl7pPr algn="l">
              <a:defRPr sz="2175">
                <a:solidFill>
                  <a:srgbClr val="2E267C"/>
                </a:solidFill>
                <a:latin typeface="Futura"/>
                <a:ea typeface="Futura"/>
                <a:cs typeface="Futura"/>
              </a:defRPr>
            </a:lvl7pPr>
            <a:lvl8pPr algn="l">
              <a:defRPr sz="2175">
                <a:solidFill>
                  <a:srgbClr val="2E267C"/>
                </a:solidFill>
                <a:latin typeface="Futura"/>
                <a:ea typeface="Futura"/>
                <a:cs typeface="Futura"/>
              </a:defRPr>
            </a:lvl8pPr>
            <a:lvl9pPr algn="l">
              <a:defRPr sz="2175">
                <a:solidFill>
                  <a:srgbClr val="2E267C"/>
                </a:solidFill>
                <a:latin typeface="Futura"/>
                <a:ea typeface="Futura"/>
                <a:cs typeface="Futura"/>
              </a:defRPr>
            </a:lvl9pPr>
          </a:lstStyle>
          <a:p xmlns:a="http://schemas.openxmlformats.org/drawingml/2006/main">
            <a:pPr algn="l">
              <a:defRPr sz="2175">
                <a:solidFill>
                  <a:srgbClr val="2E267C"/>
                </a:solidFill>
                <a:latin typeface="Futura"/>
                <a:ea typeface="Futura"/>
                <a:cs typeface="Futura"/>
              </a:defRPr>
            </a:pPr>
            <a:r>
              <a:rPr sz="2175">
                <a:solidFill>
                  <a:srgbClr val="2E267C"/>
                </a:solidFill>
                <a:latin typeface="Futura"/>
                <a:ea typeface="Futura"/>
                <a:cs typeface="Futura"/>
              </a:rPr>
              <a:t>Affordable to produce</a:t>
            </a:r>
          </a:p>
        </p:txBody>
      </p:sp>
      <p:sp>
        <p:nvSpPr>
          <p:cNvPr id="21" name="Branch underline 4">
            <a:extLst xmlns:a="http://schemas.openxmlformats.org/drawingml/2006/main">
              <a:ext uri="{FF2B5EF4-FFF2-40B4-BE49-F238E27FC236}">
                <a16:creationId xmlns:a16="http://schemas.microsoft.com/office/drawing/2014/main" id="{3EDEC8F5-A4D6-4185-92AB-9CC760E69821}"/>
              </a:ext>
            </a:extLst>
          </p:cNvPr>
          <p:cNvSpPr>
            <a:spLocks xmlns:a="http://schemas.openxmlformats.org/drawingml/2006/main" noGrp="1"/>
          </p:cNvSpPr>
          <p:nvPr/>
        </p:nvSpPr>
        <p:spPr>
          <a:xfrm xmlns:a="http://schemas.openxmlformats.org/drawingml/2006/main">
            <a:off x="8305800" y="4962525"/>
            <a:ext cx="3267075" cy="0"/>
          </a:xfrm>
          <a:prstGeom xmlns:a="http://schemas.openxmlformats.org/drawingml/2006/main" prst="line">
            <a:avLst/>
          </a:prstGeom>
          <a:noFill xmlns:a="http://schemas.openxmlformats.org/drawingml/2006/main"/>
          <a:ln xmlns:a="http://schemas.openxmlformats.org/drawingml/2006/main" w="13335">
            <a:solidFill>
              <a:srgbClr val="2E267C"/>
            </a:solidFill>
          </a:ln>
        </p:spPr>
      </p:sp>
      <p:sp>
        <p:nvSpPr>
          <p:cNvPr id="22" name="Branch 4 detail 1">
            <a:extLst xmlns:a="http://schemas.openxmlformats.org/drawingml/2006/main">
              <a:ext uri="{FF2B5EF4-FFF2-40B4-BE49-F238E27FC236}">
                <a16:creationId xmlns:a16="http://schemas.microsoft.com/office/drawing/2014/main" id="{E61A1483-EDEF-41FF-8EB1-335F372CD1F1}"/>
              </a:ext>
            </a:extLst>
          </p:cNvPr>
          <p:cNvSpPr>
            <a:spLocks xmlns:a="http://schemas.openxmlformats.org/drawingml/2006/main" noGrp="1"/>
          </p:cNvSpPr>
          <p:nvPr/>
        </p:nvSpPr>
        <p:spPr>
          <a:xfrm xmlns:a="http://schemas.openxmlformats.org/drawingml/2006/main">
            <a:off x="8305800" y="5124450"/>
            <a:ext cx="3267075" cy="3238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lstStyle xmlns:a="http://schemas.openxmlformats.org/drawingml/2006/main">
            <a:defPPr algn="l">
              <a:defRPr sz="1725">
                <a:solidFill>
                  <a:srgbClr val="6B6880"/>
                </a:solidFill>
                <a:latin typeface="Futura"/>
                <a:ea typeface="Futura"/>
                <a:cs typeface="Futura"/>
              </a:defRPr>
            </a:defPPr>
            <a:lvl1pPr algn="l">
              <a:defRPr sz="1725">
                <a:solidFill>
                  <a:srgbClr val="6B6880"/>
                </a:solidFill>
                <a:latin typeface="Futura"/>
                <a:ea typeface="Futura"/>
                <a:cs typeface="Futura"/>
              </a:defRPr>
            </a:lvl1pPr>
            <a:lvl2pPr algn="l">
              <a:defRPr sz="1725">
                <a:solidFill>
                  <a:srgbClr val="6B6880"/>
                </a:solidFill>
                <a:latin typeface="Futura"/>
                <a:ea typeface="Futura"/>
                <a:cs typeface="Futura"/>
              </a:defRPr>
            </a:lvl2pPr>
            <a:lvl3pPr algn="l">
              <a:defRPr sz="1725">
                <a:solidFill>
                  <a:srgbClr val="6B6880"/>
                </a:solidFill>
                <a:latin typeface="Futura"/>
                <a:ea typeface="Futura"/>
                <a:cs typeface="Futura"/>
              </a:defRPr>
            </a:lvl3pPr>
            <a:lvl4pPr algn="l">
              <a:defRPr sz="1725">
                <a:solidFill>
                  <a:srgbClr val="6B6880"/>
                </a:solidFill>
                <a:latin typeface="Futura"/>
                <a:ea typeface="Futura"/>
                <a:cs typeface="Futura"/>
              </a:defRPr>
            </a:lvl4pPr>
            <a:lvl5pPr algn="l">
              <a:defRPr sz="1725">
                <a:solidFill>
                  <a:srgbClr val="6B6880"/>
                </a:solidFill>
                <a:latin typeface="Futura"/>
                <a:ea typeface="Futura"/>
                <a:cs typeface="Futura"/>
              </a:defRPr>
            </a:lvl5pPr>
            <a:lvl6pPr algn="l">
              <a:defRPr sz="1725">
                <a:solidFill>
                  <a:srgbClr val="6B6880"/>
                </a:solidFill>
                <a:latin typeface="Futura"/>
                <a:ea typeface="Futura"/>
                <a:cs typeface="Futura"/>
              </a:defRPr>
            </a:lvl6pPr>
            <a:lvl7pPr algn="l">
              <a:defRPr sz="1725">
                <a:solidFill>
                  <a:srgbClr val="6B6880"/>
                </a:solidFill>
                <a:latin typeface="Futura"/>
                <a:ea typeface="Futura"/>
                <a:cs typeface="Futura"/>
              </a:defRPr>
            </a:lvl7pPr>
            <a:lvl8pPr algn="l">
              <a:defRPr sz="1725">
                <a:solidFill>
                  <a:srgbClr val="6B6880"/>
                </a:solidFill>
                <a:latin typeface="Futura"/>
                <a:ea typeface="Futura"/>
                <a:cs typeface="Futura"/>
              </a:defRPr>
            </a:lvl8pPr>
            <a:lvl9pPr algn="l">
              <a:defRPr sz="1725">
                <a:solidFill>
                  <a:srgbClr val="6B6880"/>
                </a:solidFill>
                <a:latin typeface="Futura"/>
                <a:ea typeface="Futura"/>
                <a:cs typeface="Futura"/>
              </a:defRPr>
            </a:lvl9pPr>
          </a:lstStyle>
          <a:p xmlns:a="http://schemas.openxmlformats.org/drawingml/2006/main">
            <a:pPr algn="l">
              <a:defRPr sz="1725">
                <a:solidFill>
                  <a:srgbClr val="6B6880"/>
                </a:solidFill>
                <a:latin typeface="Futura"/>
                <a:ea typeface="Futura"/>
                <a:cs typeface="Futura"/>
              </a:defRPr>
            </a:pPr>
            <a:r>
              <a:rPr sz="1725">
                <a:solidFill>
                  <a:srgbClr val="6B6880"/>
                </a:solidFill>
                <a:latin typeface="Futura"/>
                <a:ea typeface="Futura"/>
                <a:cs typeface="Futura"/>
              </a:rPr>
              <a:t>Original format exceeded budget</a:t>
            </a:r>
          </a:p>
        </p:txBody>
      </p:sp>
      <p:sp>
        <p:nvSpPr>
          <p:cNvPr id="23" name="Branch 4 detail 2">
            <a:extLst xmlns:a="http://schemas.openxmlformats.org/drawingml/2006/main">
              <a:ext uri="{FF2B5EF4-FFF2-40B4-BE49-F238E27FC236}">
                <a16:creationId xmlns:a16="http://schemas.microsoft.com/office/drawing/2014/main" id="{820625A9-A7AF-439B-AD38-3AE43ED74452}"/>
              </a:ext>
            </a:extLst>
          </p:cNvPr>
          <p:cNvSpPr>
            <a:spLocks xmlns:a="http://schemas.openxmlformats.org/drawingml/2006/main" noGrp="1"/>
          </p:cNvSpPr>
          <p:nvPr/>
        </p:nvSpPr>
        <p:spPr>
          <a:xfrm xmlns:a="http://schemas.openxmlformats.org/drawingml/2006/main">
            <a:off x="8305800" y="5495925"/>
            <a:ext cx="3267075" cy="3238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lstStyle xmlns:a="http://schemas.openxmlformats.org/drawingml/2006/main">
            <a:defPPr algn="l">
              <a:defRPr sz="1725">
                <a:solidFill>
                  <a:srgbClr val="6B6880"/>
                </a:solidFill>
                <a:latin typeface="Futura"/>
                <a:ea typeface="Futura"/>
                <a:cs typeface="Futura"/>
              </a:defRPr>
            </a:defPPr>
            <a:lvl1pPr algn="l">
              <a:defRPr sz="1725">
                <a:solidFill>
                  <a:srgbClr val="6B6880"/>
                </a:solidFill>
                <a:latin typeface="Futura"/>
                <a:ea typeface="Futura"/>
                <a:cs typeface="Futura"/>
              </a:defRPr>
            </a:lvl1pPr>
            <a:lvl2pPr algn="l">
              <a:defRPr sz="1725">
                <a:solidFill>
                  <a:srgbClr val="6B6880"/>
                </a:solidFill>
                <a:latin typeface="Futura"/>
                <a:ea typeface="Futura"/>
                <a:cs typeface="Futura"/>
              </a:defRPr>
            </a:lvl2pPr>
            <a:lvl3pPr algn="l">
              <a:defRPr sz="1725">
                <a:solidFill>
                  <a:srgbClr val="6B6880"/>
                </a:solidFill>
                <a:latin typeface="Futura"/>
                <a:ea typeface="Futura"/>
                <a:cs typeface="Futura"/>
              </a:defRPr>
            </a:lvl3pPr>
            <a:lvl4pPr algn="l">
              <a:defRPr sz="1725">
                <a:solidFill>
                  <a:srgbClr val="6B6880"/>
                </a:solidFill>
                <a:latin typeface="Futura"/>
                <a:ea typeface="Futura"/>
                <a:cs typeface="Futura"/>
              </a:defRPr>
            </a:lvl4pPr>
            <a:lvl5pPr algn="l">
              <a:defRPr sz="1725">
                <a:solidFill>
                  <a:srgbClr val="6B6880"/>
                </a:solidFill>
                <a:latin typeface="Futura"/>
                <a:ea typeface="Futura"/>
                <a:cs typeface="Futura"/>
              </a:defRPr>
            </a:lvl5pPr>
            <a:lvl6pPr algn="l">
              <a:defRPr sz="1725">
                <a:solidFill>
                  <a:srgbClr val="6B6880"/>
                </a:solidFill>
                <a:latin typeface="Futura"/>
                <a:ea typeface="Futura"/>
                <a:cs typeface="Futura"/>
              </a:defRPr>
            </a:lvl6pPr>
            <a:lvl7pPr algn="l">
              <a:defRPr sz="1725">
                <a:solidFill>
                  <a:srgbClr val="6B6880"/>
                </a:solidFill>
                <a:latin typeface="Futura"/>
                <a:ea typeface="Futura"/>
                <a:cs typeface="Futura"/>
              </a:defRPr>
            </a:lvl7pPr>
            <a:lvl8pPr algn="l">
              <a:defRPr sz="1725">
                <a:solidFill>
                  <a:srgbClr val="6B6880"/>
                </a:solidFill>
                <a:latin typeface="Futura"/>
                <a:ea typeface="Futura"/>
                <a:cs typeface="Futura"/>
              </a:defRPr>
            </a:lvl8pPr>
            <a:lvl9pPr algn="l">
              <a:defRPr sz="1725">
                <a:solidFill>
                  <a:srgbClr val="6B6880"/>
                </a:solidFill>
                <a:latin typeface="Futura"/>
                <a:ea typeface="Futura"/>
                <a:cs typeface="Futura"/>
              </a:defRPr>
            </a:lvl9pPr>
          </a:lstStyle>
          <a:p xmlns:a="http://schemas.openxmlformats.org/drawingml/2006/main">
            <a:pPr algn="l">
              <a:defRPr sz="1725">
                <a:solidFill>
                  <a:srgbClr val="6B6880"/>
                </a:solidFill>
                <a:latin typeface="Futura"/>
                <a:ea typeface="Futura"/>
                <a:cs typeface="Futura"/>
              </a:defRPr>
            </a:pPr>
            <a:r>
              <a:rPr sz="1725">
                <a:solidFill>
                  <a:srgbClr val="6B6880"/>
                </a:solidFill>
                <a:latin typeface="Futura"/>
                <a:ea typeface="Futura"/>
                <a:cs typeface="Futura"/>
              </a:rPr>
              <a:t>Simpler illustrated pages</a:t>
            </a:r>
          </a:p>
        </p:txBody>
      </p:sp>
    </p:spTree>
    <p:extLst>
      <p:ext uri="{BB962C8B-B14F-4D97-AF65-F5344CB8AC3E}">
        <p14:creationId xmlns:p14="http://schemas.microsoft.com/office/powerpoint/2010/main" val="500971441"/>
      </p:ext>
    </p:extLst>
  </p:cSld>
</p:sld>
</file>

<file path=ppt/theme/theme1.xml><?xml version="1.0" encoding="utf-8"?>
<a:theme xmlns:a="http://schemas.openxmlformats.org/drawingml/2006/main" name="ChatGPT">
  <a:themeElements>
    <a:clrScheme name="ChatGPT">
      <a:dk1>
        <a:srgbClr val="000000"/>
      </a:dk1>
      <a:lt1>
        <a:srgbClr val="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
      <a:majorFont>
        <a:latin typeface="Aptos"/>
        <a:ea typeface=""/>
        <a:cs typeface=""/>
      </a:majorFont>
      <a:minorFont>
        <a:latin typeface="Aptos"/>
        <a:ea typeface=""/>
        <a:cs typeface=""/>
      </a:minorFont>
    </a:fontScheme>
    <a:fmtScheme name="ChatGPT">
      <a:fillStyleLst>
        <a:solidFill>
          <a:schemeClr val="phClr"/>
        </a:solidFill>
        <a:gradFill>
          <a:gsLst>
            <a:gs pos="0">
              <a:schemeClr val="phClr">
                <a:tint val="67000"/>
                <a:lumMod val="110000"/>
                <a:satMod val="105000"/>
              </a:schemeClr>
            </a:gs>
            <a:gs pos="50000">
              <a:schemeClr val="phClr">
                <a:tint val="73000"/>
                <a:lumMod val="105000"/>
                <a:satMod val="103000"/>
              </a:schemeClr>
            </a:gs>
            <a:gs pos="100000">
              <a:schemeClr val="phClr">
                <a:tint val="81000"/>
                <a:lumMod val="105000"/>
                <a:satMod val="109000"/>
              </a:schemeClr>
            </a:gs>
          </a:gsLst>
          <a:lin ang="5400000" scaled="0"/>
        </a:gradFill>
        <a:gradFill>
          <a:gsLst>
            <a:gs pos="0">
              <a:schemeClr val="phClr">
                <a:tint val="94000"/>
                <a:lumMod val="102000"/>
                <a:satMod val="103000"/>
              </a:schemeClr>
            </a:gs>
            <a:gs pos="50000">
              <a:schemeClr val="phClr">
                <a:shade val="100000"/>
                <a:lumMod val="100000"/>
                <a:satMod val="110000"/>
              </a:schemeClr>
            </a:gs>
            <a:gs pos="100000">
              <a:schemeClr val="phClr">
                <a:shade val="78000"/>
                <a:lumMod val="99000"/>
                <a:satMod val="120000"/>
              </a:schemeClr>
            </a:gs>
          </a:gsLst>
          <a:lin ang="5400000" scaled="0"/>
        </a:gradFill>
      </a:fillStyleLst>
      <a:lnStyleLst>
        <a:ln w="12700">
          <a:solidFill>
            <a:schemeClr val="phClr"/>
          </a:solidFill>
          <a:prstDash val="solid"/>
        </a:ln>
        <a:ln w="19050">
          <a:solidFill>
            <a:schemeClr val="phClr"/>
          </a:solidFill>
          <a:prstDash val="solid"/>
        </a:ln>
        <a:ln w="25400">
          <a:solidFill>
            <a:schemeClr val="phClr"/>
          </a:solidFill>
          <a:prstDash val="solid"/>
        </a:ln>
      </a:lnStyleLst>
      <a:effectStyleLst>
        <a:effectStyle>
          <a:effectLst/>
        </a:effectStyle>
        <a:effectStyle>
          <a:effectLst/>
        </a:effectStyle>
        <a:effectStyle>
          <a:effectLst>
            <a:outerShdw blurRad="57150" dist="19050" dir="5400000">
              <a:srgbClr val="000000">
                <a:alpha val="16000"/>
              </a:srgbClr>
            </a:outerShdw>
          </a:effectLst>
        </a:effectStyle>
        <a:effectStyle>
          <a:effectLst>
            <a:outerShdw blurRad="19050" dist="9525" dir="5400000">
              <a:srgbClr val="000000">
                <a:alpha val="6000"/>
              </a:srgbClr>
            </a:outerShdw>
          </a:effectLst>
        </a:effectStyle>
        <a:effectStyle>
          <a:effectLst>
            <a:outerShdw blurRad="28575" dist="9525" dir="5400000">
              <a:srgbClr val="000000">
                <a:alpha val="8000"/>
              </a:srgbClr>
            </a:outerShdw>
          </a:effectLst>
        </a:effectStyle>
        <a:effectStyle>
          <a:effectLst>
            <a:outerShdw blurRad="57150" dist="19050" dir="5400000">
              <a:srgbClr val="000000">
                <a:alpha val="10000"/>
              </a:srgbClr>
            </a:outerShdw>
          </a:effectLst>
        </a:effectStyle>
        <a:effectStyle>
          <a:effectLst>
            <a:outerShdw blurRad="114300" dist="38100" dir="5400000">
              <a:srgbClr val="000000">
                <a:alpha val="12000"/>
              </a:srgbClr>
            </a:outerShdw>
          </a:effectLst>
        </a:effectStyle>
        <a:effectStyle>
          <a:effectLst>
            <a:outerShdw blurRad="171450" dist="57150" dir="5400000">
              <a:srgbClr val="000000">
                <a:alpha val="16000"/>
              </a:srgbClr>
            </a:outerShdw>
          </a:effectLst>
        </a:effectStyle>
        <a:effectStyle>
          <a:effectLst>
            <a:outerShdw blurRad="266700" dist="95250" dir="5400000">
              <a:srgbClr val="000000">
                <a:alpha val="24000"/>
              </a:srgbClr>
            </a:outerShdw>
          </a:effectLst>
        </a:effectStyle>
      </a:effectStyleLst>
      <a:bgFillStyleLst>
        <a:solidFill>
          <a:schemeClr val="phClr"/>
        </a:solidFill>
        <a:solidFill>
          <a:schemeClr val="phClr">
            <a:tint val="95000"/>
            <a:satMod val="170000"/>
          </a:schemeClr>
        </a:solidFill>
        <a:gradFill>
          <a:gsLst>
            <a:gs pos="0">
              <a:schemeClr val="phClr">
                <a:tint val="93000"/>
                <a:shade val="98000"/>
                <a:lumMod val="102000"/>
                <a:satMod val="150000"/>
              </a:schemeClr>
            </a:gs>
            <a:gs pos="50000">
              <a:schemeClr val="phClr">
                <a:tint val="98000"/>
                <a:shade val="90000"/>
                <a:lumMod val="103000"/>
                <a:satMod val="130000"/>
              </a:schemeClr>
            </a:gs>
            <a:gs pos="100000">
              <a:schemeClr val="phClr">
                <a:shade val="63000"/>
                <a:satMod val="120000"/>
              </a:schemeClr>
            </a:gs>
          </a:gsLst>
          <a:lin ang="5400000" scaled="0"/>
        </a:gradFill>
      </a:bgFillStyleLst>
    </a:fmtScheme>
  </a:themeElements>
</a:theme>
</file>

<file path=docProps/app.xml><?xml version="1.0" encoding="utf-8"?>
<ap:Properties xmlns:ap="http://schemas.openxmlformats.org/officeDocument/2006/extended-properties">
  <ap:Application>Walnut Exporter</ap:Application>
  <ap:PresentationFormat>Converted Presentation</ap:PresentationFormat>
  <ap:Slides>0</ap:Slides>
  <ap:Notes>0</ap:Notes>
  <ap:HiddenSlides>0</ap:HiddenSlides>
  <ap:SharedDoc>false</ap:SharedDoc>
  <ap:DocSecurity>0</ap:DocSecurity>
</ap:Properties>
</file>

<file path=docProps/core.xml><?xml version="1.0" encoding="utf-8"?>
<coreProperties xmlns:dc="http://purl.org/dc/elements/1.1/" xmlns:dcterms="http://purl.org/dc/terms/" xmlns:xsi="http://www.w3.org/2001/XMLSchema-instance" xmlns="http://schemas.openxmlformats.org/package/2006/metadata/core-properties">
  <dc:creator>Walnut Exporter</dc:creator>
  <lastModifiedBy>Walnut Exporter</lastModifiedBy>
  <dc:title>Presentation</dc:title>
  <dcterms:created xsi:type="dcterms:W3CDTF">2026-10-18T20:39:44.0390000Z</dcterms:created>
  <dcterms:modified xsi:type="dcterms:W3CDTF">2026-10-18T20:39:44.0390000Z</dcterms:modified>
</coreProperties>
</file>