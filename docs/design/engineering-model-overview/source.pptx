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30e6763354297" /><Relationship Type="http://schemas.openxmlformats.org/officeDocument/2006/relationships/extended-properties" Target="/docProps/app.xml" Id="Rcbb6cc42f27a4019" /><Relationship Type="http://schemas.openxmlformats.org/officeDocument/2006/relationships/officeDocument" Target="/ppt/presentation.xml" Id="R265711ca0801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43f5b77f3496f"/>
  </p:sldMasterIdLst>
  <p:notesMasterIdLst>
    <p:notesMasterId xmlns:r="http://schemas.openxmlformats.org/officeDocument/2006/relationships" r:id="R635c22b65e3343e5"/>
  </p:notesMasterIdLst>
  <p:sldIdLst>
    <p:sldId xmlns:r="http://schemas.openxmlformats.org/officeDocument/2006/relationships" id="256" r:id="R327976a4a7de4c4e"/>
  </p:sldIdLst>
  <p:sldSz cx="5715000" cy="3429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f0003787ea4554" /><Relationship Type="http://schemas.openxmlformats.org/officeDocument/2006/relationships/slideMaster" Target="/ppt/slideMasters/slideMaster1.xml" Id="Ra1943f5b77f3496f" /><Relationship Type="http://schemas.openxmlformats.org/officeDocument/2006/relationships/notesMaster" Target="/ppt/notesMasters/notesMaster1.xml" Id="R635c22b65e3343e5" /><Relationship Type="http://schemas.openxmlformats.org/officeDocument/2006/relationships/presProps" Target="/ppt/presProps.xml" Id="R08060d4c499f431f" /><Relationship Type="http://schemas.openxmlformats.org/officeDocument/2006/relationships/viewProps" Target="/ppt/viewProps.xml" Id="Rd2247d97caff4538" /><Relationship Type="http://schemas.openxmlformats.org/officeDocument/2006/relationships/tableStyles" Target="/ppt/tableStyles.xml" Id="R72c281214d0e475a" /><Relationship Type="http://schemas.openxmlformats.org/officeDocument/2006/relationships/slide" Target="/ppt/slides/slide1.xml" Id="R327976a4a7de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a8f72e709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8cee065b04ae6" /><Relationship Type="http://schemas.openxmlformats.org/officeDocument/2006/relationships/notesMaster" Target="/ppt/notesMasters/notesMaster1.xml" Id="Rd8ea125863c7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9657556914b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7b8384fb147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5d1379b1c48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051ca2ade49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949ad390d4d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9e8e6e6e444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2B6D99-53B8-43AF-9C52-C540C0CA0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174067"/>
            <a:ext cx="13716000" cy="1595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9D78DF-0A53-4531-BA4A-034E6CFFFF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6076950"/>
            <a:ext cx="12001500" cy="122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F66290-E10F-4070-9EF7-43D052209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603750"/>
            <a:ext cx="13716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9324B-CD2A-4E6F-90B7-7B347D3E7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C22238-7E36-405A-9DAC-3050E8960C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15216188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2E2882-C7F7-43E0-B091-4BEDA3785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5260AA-7596-4C5E-A263-58E8CF1AE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1A9BFB-73C7-4C86-A5FB-5DD18A46E4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3C1241-42BB-49A3-9009-4DFD88992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B782B3-C781-4345-A610-9B65C25777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0fd7878904a3d" /><Relationship Type="http://schemas.openxmlformats.org/officeDocument/2006/relationships/slideLayout" Target="/ppt/slideLayouts/slideLayout1.xml" Id="R11c09d145a1241bd" /><Relationship Type="http://schemas.openxmlformats.org/officeDocument/2006/relationships/slideLayout" Target="/ppt/slideLayouts/slideLayout2.xml" Id="R235431e3af334d04" /><Relationship Type="http://schemas.openxmlformats.org/officeDocument/2006/relationships/slideLayout" Target="/ppt/slideLayouts/slideLayout3.xml" Id="Rb1f107f491c0416e" /><Relationship Type="http://schemas.openxmlformats.org/officeDocument/2006/relationships/slideLayout" Target="/ppt/slideLayouts/slideLayout4.xml" Id="Raf225bfaaa6c4842" /><Relationship Type="http://schemas.openxmlformats.org/officeDocument/2006/relationships/slideLayout" Target="/ppt/slideLayouts/slideLayout5.xml" Id="R7d0c7111fde34a8b" /><Relationship Type="http://schemas.openxmlformats.org/officeDocument/2006/relationships/slideLayout" Target="/ppt/slideLayouts/slideLayout6.xml" Id="Rcc572b0198b9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c09d145a1241bd"/>
    <p:sldLayoutId xmlns:r="http://schemas.openxmlformats.org/officeDocument/2006/relationships" id="2147483650" r:id="R235431e3af334d04"/>
    <p:sldLayoutId xmlns:r="http://schemas.openxmlformats.org/officeDocument/2006/relationships" id="2147483651" r:id="Rb1f107f491c0416e"/>
    <p:sldLayoutId xmlns:r="http://schemas.openxmlformats.org/officeDocument/2006/relationships" id="2147483652" r:id="Raf225bfaaa6c4842"/>
    <p:sldLayoutId xmlns:r="http://schemas.openxmlformats.org/officeDocument/2006/relationships" id="2147483653" r:id="R7d0c7111fde34a8b"/>
    <p:sldLayoutId xmlns:r="http://schemas.openxmlformats.org/officeDocument/2006/relationships" id="2147483654" r:id="Rcc572b0198b9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9eb5436a84f9c" /><Relationship Type="http://schemas.openxmlformats.org/officeDocument/2006/relationships/notesSlide" Target="/ppt/notesSlides/notesSlide1.xml" Id="Reb85a12b738140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0" name="roundRect 2020">
            <a:extLst xmlns:a="http://schemas.openxmlformats.org/drawingml/2006/main">
              <a:ext uri="{FF2B5EF4-FFF2-40B4-BE49-F238E27FC236}">
                <a16:creationId xmlns:a16="http://schemas.microsoft.com/office/drawing/2014/main" id="{A586FE50-6D92-4998-B629-C8CA92D7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5562600" cy="32766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9050">
            <a:solidFill>
              <a:srgbClr val="007E6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6" name="MODEL 2026">
            <a:extLst xmlns:a="http://schemas.openxmlformats.org/drawingml/2006/main">
              <a:ext uri="{FF2B5EF4-FFF2-40B4-BE49-F238E27FC236}">
                <a16:creationId xmlns:a16="http://schemas.microsoft.com/office/drawing/2014/main" id="{E065390E-270A-4F51-930F-7B5EA22C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5049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007E63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MODEL</a:t>
            </a:r>
          </a:p>
        </p:txBody>
      </p:sp>
      <p:sp>
        <p:nvSpPr>
          <p:cNvPr id="2027" name="PUFFER 2027">
            <a:extLst xmlns:a="http://schemas.openxmlformats.org/drawingml/2006/main">
              <a:ext uri="{FF2B5EF4-FFF2-40B4-BE49-F238E27FC236}">
                <a16:creationId xmlns:a16="http://schemas.microsoft.com/office/drawing/2014/main" id="{BEF18DAB-4E82-47BD-9ADC-EE73D40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"/>
            <a:ext cx="1333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D7EDE3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007E63"/>
                </a:solidFill>
                <a:latin typeface="Georgia"/>
                <a:ea typeface="Georgia"/>
                <a:cs typeface="Georgia"/>
              </a:rPr>
              <a:t>PUFFER</a:t>
            </a:r>
          </a:p>
        </p:txBody>
      </p:sp>
      <p:cxnSp>
        <p:nvCxnSpPr>
          <p:cNvPr id="10" name="line-5">
            <a:extLst xmlns:a="http://schemas.openxmlformats.org/drawingml/2006/main">
              <a:ext uri="{FF2B5EF4-FFF2-40B4-BE49-F238E27FC236}">
                <a16:creationId xmlns:a16="http://schemas.microsoft.com/office/drawing/2014/main" id="{2E60F8CC-6EB8-449B-8B83-600789577620}"/>
              </a:ext>
            </a:extLst>
          </p:cNvPr>
          <p:cNvCxnSpPr/>
          <p:nvPr/>
        </p:nvCxnSpPr>
        <p:spPr>
          <a:xfrm xmlns:a="http://schemas.openxmlformats.org/drawingml/2006/main">
            <a:off x="952500" y="1034554"/>
            <a:ext cx="1203048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1" name="object-6">
            <a:extLst xmlns:a="http://schemas.openxmlformats.org/drawingml/2006/main">
              <a:ext uri="{FF2B5EF4-FFF2-40B4-BE49-F238E27FC236}">
                <a16:creationId xmlns:a16="http://schemas.microsoft.com/office/drawing/2014/main" id="{5E970618-C18A-4C2E-8FA1-BFA10B1E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45" y="962094"/>
            <a:ext cx="115957" cy="144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2286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cxnSp>
        <p:nvCxnSpPr>
          <p:cNvPr id="12" name="line-7">
            <a:extLst xmlns:a="http://schemas.openxmlformats.org/drawingml/2006/main">
              <a:ext uri="{FF2B5EF4-FFF2-40B4-BE49-F238E27FC236}">
                <a16:creationId xmlns:a16="http://schemas.microsoft.com/office/drawing/2014/main" id="{C96DCC51-DC25-4ACA-BA63-016D6D441E8E}"/>
              </a:ext>
            </a:extLst>
          </p:cNvPr>
          <p:cNvCxnSpPr/>
          <p:nvPr/>
        </p:nvCxnSpPr>
        <p:spPr>
          <a:xfrm xmlns:a="http://schemas.openxmlformats.org/drawingml/2006/main">
            <a:off x="1082952" y="1208451"/>
            <a:ext cx="1203048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3" name="object-8">
            <a:extLst xmlns:a="http://schemas.openxmlformats.org/drawingml/2006/main">
              <a:ext uri="{FF2B5EF4-FFF2-40B4-BE49-F238E27FC236}">
                <a16:creationId xmlns:a16="http://schemas.microsoft.com/office/drawing/2014/main" id="{76FBCC55-6FDB-4221-871D-F867F1D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45" y="1135995"/>
            <a:ext cx="115957" cy="144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2286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cxnSp>
        <p:nvCxnSpPr>
          <p:cNvPr id="14" name="line-9">
            <a:extLst xmlns:a="http://schemas.openxmlformats.org/drawingml/2006/main">
              <a:ext uri="{FF2B5EF4-FFF2-40B4-BE49-F238E27FC236}">
                <a16:creationId xmlns:a16="http://schemas.microsoft.com/office/drawing/2014/main" id="{981A5224-D048-4FF9-9560-C06EBA29521E}"/>
              </a:ext>
            </a:extLst>
          </p:cNvPr>
          <p:cNvCxnSpPr/>
          <p:nvPr/>
        </p:nvCxnSpPr>
        <p:spPr>
          <a:xfrm xmlns:a="http://schemas.openxmlformats.org/drawingml/2006/main">
            <a:off x="952500" y="1382351"/>
            <a:ext cx="1203048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5" name="object-10">
            <a:extLst xmlns:a="http://schemas.openxmlformats.org/drawingml/2006/main">
              <a:ext uri="{FF2B5EF4-FFF2-40B4-BE49-F238E27FC236}">
                <a16:creationId xmlns:a16="http://schemas.microsoft.com/office/drawing/2014/main" id="{16EA96BE-E0C7-4B45-B64C-F5A4D18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45" y="1309893"/>
            <a:ext cx="115957" cy="144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2286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cxnSp>
        <p:nvCxnSpPr>
          <p:cNvPr id="16" name="line-11">
            <a:extLst xmlns:a="http://schemas.openxmlformats.org/drawingml/2006/main">
              <a:ext uri="{FF2B5EF4-FFF2-40B4-BE49-F238E27FC236}">
                <a16:creationId xmlns:a16="http://schemas.microsoft.com/office/drawing/2014/main" id="{8EA100C8-161F-4AF1-836A-58E5F9B9A469}"/>
              </a:ext>
            </a:extLst>
          </p:cNvPr>
          <p:cNvCxnSpPr/>
          <p:nvPr/>
        </p:nvCxnSpPr>
        <p:spPr>
          <a:xfrm xmlns:a="http://schemas.openxmlformats.org/drawingml/2006/main">
            <a:off x="1082952" y="1556248"/>
            <a:ext cx="1203048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7" name="object-12">
            <a:extLst xmlns:a="http://schemas.openxmlformats.org/drawingml/2006/main">
              <a:ext uri="{FF2B5EF4-FFF2-40B4-BE49-F238E27FC236}">
                <a16:creationId xmlns:a16="http://schemas.microsoft.com/office/drawing/2014/main" id="{D8B69A33-4958-49A8-9189-671D4A70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45" y="1483790"/>
            <a:ext cx="115957" cy="144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2286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028" name="RNA-seq 2028">
            <a:extLst xmlns:a="http://schemas.openxmlformats.org/drawingml/2006/main">
              <a:ext uri="{FF2B5EF4-FFF2-40B4-BE49-F238E27FC236}">
                <a16:creationId xmlns:a16="http://schemas.microsoft.com/office/drawing/2014/main" id="{1EC60F51-A3C1-4335-9F93-41048B0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Landscape</a:t>
            </a:r>
          </a:p>
        </p:txBody>
      </p:sp>
      <p:sp>
        <p:nvSpPr>
          <p:cNvPr id="19" name="object-14">
            <a:extLst xmlns:a="http://schemas.openxmlformats.org/drawingml/2006/main">
              <a:ext uri="{FF2B5EF4-FFF2-40B4-BE49-F238E27FC236}">
                <a16:creationId xmlns:a16="http://schemas.microsoft.com/office/drawing/2014/main" id="{46C7C3C2-7E94-4B31-BDC9-AEC49792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60854"/>
            <a:ext cx="159041" cy="3914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22022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0" name="object-15">
            <a:extLst xmlns:a="http://schemas.openxmlformats.org/drawingml/2006/main">
              <a:ext uri="{FF2B5EF4-FFF2-40B4-BE49-F238E27FC236}">
                <a16:creationId xmlns:a16="http://schemas.microsoft.com/office/drawing/2014/main" id="{CF53BE03-F36E-4AAA-AA33-7596290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743" y="1076112"/>
            <a:ext cx="159041" cy="3914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22022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1" name="object-16">
            <a:extLst xmlns:a="http://schemas.openxmlformats.org/drawingml/2006/main">
              <a:ext uri="{FF2B5EF4-FFF2-40B4-BE49-F238E27FC236}">
                <a16:creationId xmlns:a16="http://schemas.microsoft.com/office/drawing/2014/main" id="{E0F2D066-DE4F-403D-8856-894893C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485" y="1076112"/>
            <a:ext cx="159041" cy="3914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22022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2" name="object-17">
            <a:extLst xmlns:a="http://schemas.openxmlformats.org/drawingml/2006/main">
              <a:ext uri="{FF2B5EF4-FFF2-40B4-BE49-F238E27FC236}">
                <a16:creationId xmlns:a16="http://schemas.microsoft.com/office/drawing/2014/main" id="{E0ED99BF-9954-4751-8F5B-DE70F06D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230" y="1160854"/>
            <a:ext cx="159041" cy="3914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22022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3" name="path-18">
            <a:extLst xmlns:a="http://schemas.openxmlformats.org/drawingml/2006/main">
              <a:ext uri="{FF2B5EF4-FFF2-40B4-BE49-F238E27FC236}">
                <a16:creationId xmlns:a16="http://schemas.microsoft.com/office/drawing/2014/main" id="{E6E7375F-E12F-4D34-B241-DF89C35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740" y="1197548"/>
            <a:ext cx="183508" cy="146778"/>
          </a:xfrm>
          <a:custGeom xmlns:a="http://schemas.openxmlformats.org/drawingml/2006/main">
            <a:rect l="0" t="0" r="0" b="0"/>
            <a:pathLst>
              <a:path w="142875" h="114300">
                <a:moveTo>
                  <a:pt x="0" y="114300"/>
                </a:moveTo>
                <a:cubicBezTo>
                  <a:pt x="57150" y="76200"/>
                  <a:pt x="76200" y="0"/>
                  <a:pt x="142875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B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4" name="object-19">
            <a:extLst xmlns:a="http://schemas.openxmlformats.org/drawingml/2006/main">
              <a:ext uri="{FF2B5EF4-FFF2-40B4-BE49-F238E27FC236}">
                <a16:creationId xmlns:a16="http://schemas.microsoft.com/office/drawing/2014/main" id="{E80E5347-F100-48E0-A048-A3EAF4F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45" y="1038541"/>
            <a:ext cx="415955" cy="42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71"/>
          </a:solidFill>
          <a:ln xmlns:a="http://schemas.openxmlformats.org/drawingml/2006/main" w="22022">
            <a:solidFill>
              <a:srgbClr val="AE77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029" name="PUF / APOBEC 2029">
            <a:extLst xmlns:a="http://schemas.openxmlformats.org/drawingml/2006/main">
              <a:ext uri="{FF2B5EF4-FFF2-40B4-BE49-F238E27FC236}">
                <a16:creationId xmlns:a16="http://schemas.microsoft.com/office/drawing/2014/main" id="{0E6D1AEA-E184-4819-82E9-6F363CDC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Recognition / Catalysis</a:t>
            </a:r>
          </a:p>
        </p:txBody>
      </p:sp>
      <p:cxnSp>
        <p:nvCxnSpPr>
          <p:cNvPr id="26" name="line-21">
            <a:extLst xmlns:a="http://schemas.openxmlformats.org/drawingml/2006/main">
              <a:ext uri="{FF2B5EF4-FFF2-40B4-BE49-F238E27FC236}">
                <a16:creationId xmlns:a16="http://schemas.microsoft.com/office/drawing/2014/main" id="{B413DE9F-DD2D-41E8-9DF8-0CFE24D49DBE}"/>
              </a:ext>
            </a:extLst>
          </p:cNvPr>
          <p:cNvCxnSpPr/>
          <p:nvPr/>
        </p:nvCxnSpPr>
        <p:spPr>
          <a:xfrm xmlns:a="http://schemas.openxmlformats.org/drawingml/2006/main" flipV="1">
            <a:off x="1016094" y="2114219"/>
            <a:ext cx="307491" cy="10641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7" name="line-22">
            <a:extLst xmlns:a="http://schemas.openxmlformats.org/drawingml/2006/main">
              <a:ext uri="{FF2B5EF4-FFF2-40B4-BE49-F238E27FC236}">
                <a16:creationId xmlns:a16="http://schemas.microsoft.com/office/drawing/2014/main" id="{1A9E9451-954B-4E4D-8D66-4AE1FA838D2A}"/>
              </a:ext>
            </a:extLst>
          </p:cNvPr>
          <p:cNvCxnSpPr/>
          <p:nvPr/>
        </p:nvCxnSpPr>
        <p:spPr>
          <a:xfrm xmlns:a="http://schemas.openxmlformats.org/drawingml/2006/main">
            <a:off x="1016094" y="2220637"/>
            <a:ext cx="307491" cy="1773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8" name="line-23">
            <a:extLst xmlns:a="http://schemas.openxmlformats.org/drawingml/2006/main">
              <a:ext uri="{FF2B5EF4-FFF2-40B4-BE49-F238E27FC236}">
                <a16:creationId xmlns:a16="http://schemas.microsoft.com/office/drawing/2014/main" id="{F6666C14-9956-4C0A-9602-038F8C43B646}"/>
              </a:ext>
            </a:extLst>
          </p:cNvPr>
          <p:cNvCxnSpPr/>
          <p:nvPr/>
        </p:nvCxnSpPr>
        <p:spPr>
          <a:xfrm xmlns:a="http://schemas.openxmlformats.org/drawingml/2006/main">
            <a:off x="1016094" y="2220637"/>
            <a:ext cx="307491" cy="48479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9" name="line-24">
            <a:extLst xmlns:a="http://schemas.openxmlformats.org/drawingml/2006/main">
              <a:ext uri="{FF2B5EF4-FFF2-40B4-BE49-F238E27FC236}">
                <a16:creationId xmlns:a16="http://schemas.microsoft.com/office/drawing/2014/main" id="{57126B3C-5AD9-4CE9-BE1F-75D734996A06}"/>
              </a:ext>
            </a:extLst>
          </p:cNvPr>
          <p:cNvCxnSpPr/>
          <p:nvPr/>
        </p:nvCxnSpPr>
        <p:spPr>
          <a:xfrm xmlns:a="http://schemas.openxmlformats.org/drawingml/2006/main" flipV="1">
            <a:off x="1016094" y="2114219"/>
            <a:ext cx="307491" cy="46114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0" name="line-25">
            <a:extLst xmlns:a="http://schemas.openxmlformats.org/drawingml/2006/main">
              <a:ext uri="{FF2B5EF4-FFF2-40B4-BE49-F238E27FC236}">
                <a16:creationId xmlns:a16="http://schemas.microsoft.com/office/drawing/2014/main" id="{297DF2D3-F45D-4A27-88DB-B4A1749557A3}"/>
              </a:ext>
            </a:extLst>
          </p:cNvPr>
          <p:cNvCxnSpPr/>
          <p:nvPr/>
        </p:nvCxnSpPr>
        <p:spPr>
          <a:xfrm xmlns:a="http://schemas.openxmlformats.org/drawingml/2006/main" flipV="1">
            <a:off x="1016094" y="2398000"/>
            <a:ext cx="307491" cy="1773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1" name="line-26">
            <a:extLst xmlns:a="http://schemas.openxmlformats.org/drawingml/2006/main">
              <a:ext uri="{FF2B5EF4-FFF2-40B4-BE49-F238E27FC236}">
                <a16:creationId xmlns:a16="http://schemas.microsoft.com/office/drawing/2014/main" id="{8028FA9F-87FD-4A19-9EA2-47F3E47C341D}"/>
              </a:ext>
            </a:extLst>
          </p:cNvPr>
          <p:cNvCxnSpPr/>
          <p:nvPr/>
        </p:nvCxnSpPr>
        <p:spPr>
          <a:xfrm xmlns:a="http://schemas.openxmlformats.org/drawingml/2006/main">
            <a:off x="1016094" y="2575364"/>
            <a:ext cx="307491" cy="13006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2" name="line-27">
            <a:extLst xmlns:a="http://schemas.openxmlformats.org/drawingml/2006/main">
              <a:ext uri="{FF2B5EF4-FFF2-40B4-BE49-F238E27FC236}">
                <a16:creationId xmlns:a16="http://schemas.microsoft.com/office/drawing/2014/main" id="{E4FA72C4-012D-4780-B7C6-2FCCC75835D2}"/>
              </a:ext>
            </a:extLst>
          </p:cNvPr>
          <p:cNvCxnSpPr/>
          <p:nvPr/>
        </p:nvCxnSpPr>
        <p:spPr>
          <a:xfrm xmlns:a="http://schemas.openxmlformats.org/drawingml/2006/main">
            <a:off x="1323584" y="2114219"/>
            <a:ext cx="307491" cy="10641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3" name="line-28">
            <a:extLst xmlns:a="http://schemas.openxmlformats.org/drawingml/2006/main">
              <a:ext uri="{FF2B5EF4-FFF2-40B4-BE49-F238E27FC236}">
                <a16:creationId xmlns:a16="http://schemas.microsoft.com/office/drawing/2014/main" id="{CF9A4EF1-C06D-4F09-A091-12505A7C3D63}"/>
              </a:ext>
            </a:extLst>
          </p:cNvPr>
          <p:cNvCxnSpPr/>
          <p:nvPr/>
        </p:nvCxnSpPr>
        <p:spPr>
          <a:xfrm xmlns:a="http://schemas.openxmlformats.org/drawingml/2006/main">
            <a:off x="1323584" y="2114219"/>
            <a:ext cx="307491" cy="46114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4" name="line-29">
            <a:extLst xmlns:a="http://schemas.openxmlformats.org/drawingml/2006/main">
              <a:ext uri="{FF2B5EF4-FFF2-40B4-BE49-F238E27FC236}">
                <a16:creationId xmlns:a16="http://schemas.microsoft.com/office/drawing/2014/main" id="{EF73B13A-F6C4-4518-8727-7E0445D41230}"/>
              </a:ext>
            </a:extLst>
          </p:cNvPr>
          <p:cNvCxnSpPr/>
          <p:nvPr/>
        </p:nvCxnSpPr>
        <p:spPr>
          <a:xfrm xmlns:a="http://schemas.openxmlformats.org/drawingml/2006/main" flipV="1">
            <a:off x="1323584" y="2220637"/>
            <a:ext cx="307491" cy="1773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5" name="line-30">
            <a:extLst xmlns:a="http://schemas.openxmlformats.org/drawingml/2006/main">
              <a:ext uri="{FF2B5EF4-FFF2-40B4-BE49-F238E27FC236}">
                <a16:creationId xmlns:a16="http://schemas.microsoft.com/office/drawing/2014/main" id="{5BCBCD43-F150-420B-A077-92BCC07C71B9}"/>
              </a:ext>
            </a:extLst>
          </p:cNvPr>
          <p:cNvCxnSpPr/>
          <p:nvPr/>
        </p:nvCxnSpPr>
        <p:spPr>
          <a:xfrm xmlns:a="http://schemas.openxmlformats.org/drawingml/2006/main">
            <a:off x="1323584" y="2398000"/>
            <a:ext cx="307491" cy="1773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6" name="line-31">
            <a:extLst xmlns:a="http://schemas.openxmlformats.org/drawingml/2006/main">
              <a:ext uri="{FF2B5EF4-FFF2-40B4-BE49-F238E27FC236}">
                <a16:creationId xmlns:a16="http://schemas.microsoft.com/office/drawing/2014/main" id="{E43874BB-4078-46B4-9BDE-F831C95097E5}"/>
              </a:ext>
            </a:extLst>
          </p:cNvPr>
          <p:cNvCxnSpPr/>
          <p:nvPr/>
        </p:nvCxnSpPr>
        <p:spPr>
          <a:xfrm xmlns:a="http://schemas.openxmlformats.org/drawingml/2006/main" flipV="1">
            <a:off x="1323584" y="2220637"/>
            <a:ext cx="307491" cy="48479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7" name="line-32">
            <a:extLst xmlns:a="http://schemas.openxmlformats.org/drawingml/2006/main">
              <a:ext uri="{FF2B5EF4-FFF2-40B4-BE49-F238E27FC236}">
                <a16:creationId xmlns:a16="http://schemas.microsoft.com/office/drawing/2014/main" id="{70B9502A-231E-49C6-AFCC-C2B1D0712815}"/>
              </a:ext>
            </a:extLst>
          </p:cNvPr>
          <p:cNvCxnSpPr/>
          <p:nvPr/>
        </p:nvCxnSpPr>
        <p:spPr>
          <a:xfrm xmlns:a="http://schemas.openxmlformats.org/drawingml/2006/main" flipV="1">
            <a:off x="1323584" y="2575364"/>
            <a:ext cx="307491" cy="13006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84B7A0"/>
            </a:solidFill>
            <a:prstDash val="solid"/>
            <a:tailEnd type="none" w="med" len="med"/>
          </a:ln>
        </p:spPr>
      </p:cxnSp>
      <p:sp>
        <p:nvSpPr>
          <p:cNvPr id="38" name="object-33">
            <a:extLst xmlns:a="http://schemas.openxmlformats.org/drawingml/2006/main">
              <a:ext uri="{FF2B5EF4-FFF2-40B4-BE49-F238E27FC236}">
                <a16:creationId xmlns:a16="http://schemas.microsoft.com/office/drawing/2014/main" id="{0FFCDD24-4DF8-473D-A56B-406B4E4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87" y="2173340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39" name="object-34">
            <a:extLst xmlns:a="http://schemas.openxmlformats.org/drawingml/2006/main">
              <a:ext uri="{FF2B5EF4-FFF2-40B4-BE49-F238E27FC236}">
                <a16:creationId xmlns:a16="http://schemas.microsoft.com/office/drawing/2014/main" id="{B0E75108-05DB-4044-9330-D26677A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87" y="2528066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0" name="object-35">
            <a:extLst xmlns:a="http://schemas.openxmlformats.org/drawingml/2006/main">
              <a:ext uri="{FF2B5EF4-FFF2-40B4-BE49-F238E27FC236}">
                <a16:creationId xmlns:a16="http://schemas.microsoft.com/office/drawing/2014/main" id="{3FDADA36-1C20-4D05-9717-A027C9D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77" y="2066925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1" name="object-36">
            <a:extLst xmlns:a="http://schemas.openxmlformats.org/drawingml/2006/main">
              <a:ext uri="{FF2B5EF4-FFF2-40B4-BE49-F238E27FC236}">
                <a16:creationId xmlns:a16="http://schemas.microsoft.com/office/drawing/2014/main" id="{C316ACF0-926B-4707-A186-F34A0284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77" y="2350704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2" name="object-37">
            <a:extLst xmlns:a="http://schemas.openxmlformats.org/drawingml/2006/main">
              <a:ext uri="{FF2B5EF4-FFF2-40B4-BE49-F238E27FC236}">
                <a16:creationId xmlns:a16="http://schemas.microsoft.com/office/drawing/2014/main" id="{8AF7014C-FD8B-455A-83DA-9CF3453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77" y="2658133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3" name="object-38">
            <a:extLst xmlns:a="http://schemas.openxmlformats.org/drawingml/2006/main">
              <a:ext uri="{FF2B5EF4-FFF2-40B4-BE49-F238E27FC236}">
                <a16:creationId xmlns:a16="http://schemas.microsoft.com/office/drawing/2014/main" id="{14789442-42C9-40DE-9CDF-5DD9FD0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71" y="2173340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4" name="object-39">
            <a:extLst xmlns:a="http://schemas.openxmlformats.org/drawingml/2006/main">
              <a:ext uri="{FF2B5EF4-FFF2-40B4-BE49-F238E27FC236}">
                <a16:creationId xmlns:a16="http://schemas.microsoft.com/office/drawing/2014/main" id="{FBDACF6E-508F-4284-94A6-D03A1DF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71" y="2528066"/>
            <a:ext cx="94612" cy="9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21288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cxnSp>
        <p:nvCxnSpPr>
          <p:cNvPr id="45" name="line-40">
            <a:extLst xmlns:a="http://schemas.openxmlformats.org/drawingml/2006/main">
              <a:ext uri="{FF2B5EF4-FFF2-40B4-BE49-F238E27FC236}">
                <a16:creationId xmlns:a16="http://schemas.microsoft.com/office/drawing/2014/main" id="{873B06AF-8715-40ED-B7F9-3C12D2A73DEF}"/>
              </a:ext>
            </a:extLst>
          </p:cNvPr>
          <p:cNvCxnSpPr/>
          <p:nvPr/>
        </p:nvCxnSpPr>
        <p:spPr>
          <a:xfrm xmlns:a="http://schemas.openxmlformats.org/drawingml/2006/main">
            <a:off x="1749341" y="2398000"/>
            <a:ext cx="177398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46" name="object-41">
            <a:extLst xmlns:a="http://schemas.openxmlformats.org/drawingml/2006/main">
              <a:ext uri="{FF2B5EF4-FFF2-40B4-BE49-F238E27FC236}">
                <a16:creationId xmlns:a16="http://schemas.microsoft.com/office/drawing/2014/main" id="{41C32578-EBBD-4753-B97E-B82FE1C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874" y="2220637"/>
            <a:ext cx="283839" cy="342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288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350" b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C</a:t>
            </a:r>
          </a:p>
        </p:txBody>
      </p:sp>
      <p:sp>
        <p:nvSpPr>
          <p:cNvPr id="2030" name="LAMAR 2030">
            <a:extLst xmlns:a="http://schemas.openxmlformats.org/drawingml/2006/main">
              <a:ext uri="{FF2B5EF4-FFF2-40B4-BE49-F238E27FC236}">
                <a16:creationId xmlns:a16="http://schemas.microsoft.com/office/drawing/2014/main" id="{C5411B49-DCCC-48E0-96BD-B04CC807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908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LAMAR</a:t>
            </a:r>
          </a:p>
        </p:txBody>
      </p:sp>
      <p:cxnSp>
        <p:nvCxnSpPr>
          <p:cNvPr id="48" name="line-43">
            <a:extLst xmlns:a="http://schemas.openxmlformats.org/drawingml/2006/main">
              <a:ext uri="{FF2B5EF4-FFF2-40B4-BE49-F238E27FC236}">
                <a16:creationId xmlns:a16="http://schemas.microsoft.com/office/drawing/2014/main" id="{EBFA6948-5909-4195-8B56-535D99A9EE40}"/>
              </a:ext>
            </a:extLst>
          </p:cNvPr>
          <p:cNvCxnSpPr/>
          <p:nvPr/>
        </p:nvCxnSpPr>
        <p:spPr>
          <a:xfrm xmlns:a="http://schemas.openxmlformats.org/drawingml/2006/main">
            <a:off x="3897187" y="2211302"/>
            <a:ext cx="397124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49" name="line-44">
            <a:extLst xmlns:a="http://schemas.openxmlformats.org/drawingml/2006/main">
              <a:ext uri="{FF2B5EF4-FFF2-40B4-BE49-F238E27FC236}">
                <a16:creationId xmlns:a16="http://schemas.microsoft.com/office/drawing/2014/main" id="{E270E48E-E587-429B-8B16-A6AA1AB55FBE}"/>
              </a:ext>
            </a:extLst>
          </p:cNvPr>
          <p:cNvCxnSpPr/>
          <p:nvPr/>
        </p:nvCxnSpPr>
        <p:spPr>
          <a:xfrm xmlns:a="http://schemas.openxmlformats.org/drawingml/2006/main">
            <a:off x="3680572" y="2367712"/>
            <a:ext cx="300853" cy="120316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50" name="line-45">
            <a:extLst xmlns:a="http://schemas.openxmlformats.org/drawingml/2006/main">
              <a:ext uri="{FF2B5EF4-FFF2-40B4-BE49-F238E27FC236}">
                <a16:creationId xmlns:a16="http://schemas.microsoft.com/office/drawing/2014/main" id="{0E32EDD5-3151-4A96-9F24-9BE7779F1F41}"/>
              </a:ext>
            </a:extLst>
          </p:cNvPr>
          <p:cNvCxnSpPr/>
          <p:nvPr/>
        </p:nvCxnSpPr>
        <p:spPr>
          <a:xfrm xmlns:a="http://schemas.openxmlformats.org/drawingml/2006/main" flipH="1">
            <a:off x="4234141" y="2367712"/>
            <a:ext cx="252716" cy="120316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51" name="object-46">
            <a:extLst xmlns:a="http://schemas.openxmlformats.org/drawingml/2006/main">
              <a:ext uri="{FF2B5EF4-FFF2-40B4-BE49-F238E27FC236}">
                <a16:creationId xmlns:a16="http://schemas.microsoft.com/office/drawing/2014/main" id="{8A4DF76C-2397-44FF-9D68-49255FFC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993" y="2066925"/>
            <a:ext cx="421194" cy="28876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22860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52" name="object-47">
            <a:extLst xmlns:a="http://schemas.openxmlformats.org/drawingml/2006/main">
              <a:ext uri="{FF2B5EF4-FFF2-40B4-BE49-F238E27FC236}">
                <a16:creationId xmlns:a16="http://schemas.microsoft.com/office/drawing/2014/main" id="{59221DE5-E8A7-44B8-9675-A1031AE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13" y="2066925"/>
            <a:ext cx="421194" cy="28876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22860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53" name="object-48">
            <a:extLst xmlns:a="http://schemas.openxmlformats.org/drawingml/2006/main">
              <a:ext uri="{FF2B5EF4-FFF2-40B4-BE49-F238E27FC236}">
                <a16:creationId xmlns:a16="http://schemas.microsoft.com/office/drawing/2014/main" id="{453F52A9-1901-44FA-A53B-F1AA9C3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153" y="2463965"/>
            <a:ext cx="421194" cy="28876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22860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031" name="Whole-body 2031">
            <a:extLst xmlns:a="http://schemas.openxmlformats.org/drawingml/2006/main">
              <a:ext uri="{FF2B5EF4-FFF2-40B4-BE49-F238E27FC236}">
                <a16:creationId xmlns:a16="http://schemas.microsoft.com/office/drawing/2014/main" id="{7EA7D137-B52E-4669-9D26-E2669EA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908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Delivery</a:t>
            </a:r>
          </a:p>
        </p:txBody>
      </p:sp>
    </p:spTree>
    <p:extLst>
      <p:ext uri="{BB962C8B-B14F-4D97-AF65-F5344CB8AC3E}">
        <p14:creationId xmlns:p14="http://schemas.microsoft.com/office/powerpoint/2010/main" val="492954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2026-10-19T03:16:33.4320000Z</dcterms:created>
  <dcterms:modified xsi:type="dcterms:W3CDTF">2026-10-19T03:16:33.4320000Z</dcterms:modified>
</coreProperties>
</file>